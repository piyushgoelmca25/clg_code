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2" r:id="rId1"/>
  </p:sldMasterIdLst>
  <p:notesMasterIdLst>
    <p:notesMasterId r:id="rId34"/>
  </p:notesMasterIdLst>
  <p:handoutMasterIdLst>
    <p:handoutMasterId r:id="rId35"/>
  </p:handoutMasterIdLst>
  <p:sldIdLst>
    <p:sldId id="1391" r:id="rId2"/>
    <p:sldId id="1320" r:id="rId3"/>
    <p:sldId id="1393" r:id="rId4"/>
    <p:sldId id="1394" r:id="rId5"/>
    <p:sldId id="1395" r:id="rId6"/>
    <p:sldId id="1396" r:id="rId7"/>
    <p:sldId id="1400" r:id="rId8"/>
    <p:sldId id="1397" r:id="rId9"/>
    <p:sldId id="1424" r:id="rId10"/>
    <p:sldId id="1398" r:id="rId11"/>
    <p:sldId id="1402" r:id="rId12"/>
    <p:sldId id="1403" r:id="rId13"/>
    <p:sldId id="1425" r:id="rId14"/>
    <p:sldId id="1407" r:id="rId15"/>
    <p:sldId id="1419" r:id="rId16"/>
    <p:sldId id="1401" r:id="rId17"/>
    <p:sldId id="1423" r:id="rId18"/>
    <p:sldId id="1405" r:id="rId19"/>
    <p:sldId id="1406" r:id="rId20"/>
    <p:sldId id="1408" r:id="rId21"/>
    <p:sldId id="1422" r:id="rId22"/>
    <p:sldId id="1410" r:id="rId23"/>
    <p:sldId id="1417" r:id="rId24"/>
    <p:sldId id="1428" r:id="rId25"/>
    <p:sldId id="1429" r:id="rId26"/>
    <p:sldId id="1411" r:id="rId27"/>
    <p:sldId id="1427" r:id="rId28"/>
    <p:sldId id="1426" r:id="rId29"/>
    <p:sldId id="1409" r:id="rId30"/>
    <p:sldId id="1412" r:id="rId31"/>
    <p:sldId id="1413" r:id="rId32"/>
    <p:sldId id="1414" r:id="rId33"/>
  </p:sldIdLst>
  <p:sldSz cx="9144000" cy="5143500" type="screen16x9"/>
  <p:notesSz cx="7315200" cy="9601200"/>
  <p:defaultTextStyle>
    <a:defPPr>
      <a:defRPr lang="en-US"/>
    </a:defPPr>
    <a:lvl1pPr algn="l" rtl="0" fontAlgn="base">
      <a:spcBef>
        <a:spcPct val="0"/>
      </a:spcBef>
      <a:spcAft>
        <a:spcPct val="0"/>
      </a:spcAft>
      <a:defRPr sz="2000" b="1" kern="1200">
        <a:solidFill>
          <a:schemeClr val="tx1"/>
        </a:solidFill>
        <a:latin typeface="Times New Roman" pitchFamily="18" charset="0"/>
        <a:ea typeface="+mn-ea"/>
        <a:cs typeface="Arial" charset="0"/>
      </a:defRPr>
    </a:lvl1pPr>
    <a:lvl2pPr marL="388273" indent="1353" algn="l" rtl="0" fontAlgn="base">
      <a:spcBef>
        <a:spcPct val="0"/>
      </a:spcBef>
      <a:spcAft>
        <a:spcPct val="0"/>
      </a:spcAft>
      <a:defRPr sz="2000" b="1" kern="1200">
        <a:solidFill>
          <a:schemeClr val="tx1"/>
        </a:solidFill>
        <a:latin typeface="Times New Roman" pitchFamily="18" charset="0"/>
        <a:ea typeface="+mn-ea"/>
        <a:cs typeface="Arial" charset="0"/>
      </a:defRPr>
    </a:lvl2pPr>
    <a:lvl3pPr marL="777899" indent="1353" algn="l" rtl="0" fontAlgn="base">
      <a:spcBef>
        <a:spcPct val="0"/>
      </a:spcBef>
      <a:spcAft>
        <a:spcPct val="0"/>
      </a:spcAft>
      <a:defRPr sz="2000" b="1" kern="1200">
        <a:solidFill>
          <a:schemeClr val="tx1"/>
        </a:solidFill>
        <a:latin typeface="Times New Roman" pitchFamily="18" charset="0"/>
        <a:ea typeface="+mn-ea"/>
        <a:cs typeface="Arial" charset="0"/>
      </a:defRPr>
    </a:lvl3pPr>
    <a:lvl4pPr marL="1167525" indent="1353" algn="l" rtl="0" fontAlgn="base">
      <a:spcBef>
        <a:spcPct val="0"/>
      </a:spcBef>
      <a:spcAft>
        <a:spcPct val="0"/>
      </a:spcAft>
      <a:defRPr sz="2000" b="1" kern="1200">
        <a:solidFill>
          <a:schemeClr val="tx1"/>
        </a:solidFill>
        <a:latin typeface="Times New Roman" pitchFamily="18" charset="0"/>
        <a:ea typeface="+mn-ea"/>
        <a:cs typeface="Arial" charset="0"/>
      </a:defRPr>
    </a:lvl4pPr>
    <a:lvl5pPr marL="1557151" indent="1353" algn="l" rtl="0" fontAlgn="base">
      <a:spcBef>
        <a:spcPct val="0"/>
      </a:spcBef>
      <a:spcAft>
        <a:spcPct val="0"/>
      </a:spcAft>
      <a:defRPr sz="2000" b="1" kern="1200">
        <a:solidFill>
          <a:schemeClr val="tx1"/>
        </a:solidFill>
        <a:latin typeface="Times New Roman" pitchFamily="18" charset="0"/>
        <a:ea typeface="+mn-ea"/>
        <a:cs typeface="Arial" charset="0"/>
      </a:defRPr>
    </a:lvl5pPr>
    <a:lvl6pPr marL="1948129" algn="l" defTabSz="779252" rtl="0" eaLnBrk="1" latinLnBrk="0" hangingPunct="1">
      <a:defRPr sz="2000" b="1" kern="1200">
        <a:solidFill>
          <a:schemeClr val="tx1"/>
        </a:solidFill>
        <a:latin typeface="Times New Roman" pitchFamily="18" charset="0"/>
        <a:ea typeface="+mn-ea"/>
        <a:cs typeface="Arial" charset="0"/>
      </a:defRPr>
    </a:lvl6pPr>
    <a:lvl7pPr marL="2337755" algn="l" defTabSz="779252" rtl="0" eaLnBrk="1" latinLnBrk="0" hangingPunct="1">
      <a:defRPr sz="2000" b="1" kern="1200">
        <a:solidFill>
          <a:schemeClr val="tx1"/>
        </a:solidFill>
        <a:latin typeface="Times New Roman" pitchFamily="18" charset="0"/>
        <a:ea typeface="+mn-ea"/>
        <a:cs typeface="Arial" charset="0"/>
      </a:defRPr>
    </a:lvl7pPr>
    <a:lvl8pPr marL="2727381" algn="l" defTabSz="779252" rtl="0" eaLnBrk="1" latinLnBrk="0" hangingPunct="1">
      <a:defRPr sz="2000" b="1" kern="1200">
        <a:solidFill>
          <a:schemeClr val="tx1"/>
        </a:solidFill>
        <a:latin typeface="Times New Roman" pitchFamily="18" charset="0"/>
        <a:ea typeface="+mn-ea"/>
        <a:cs typeface="Arial" charset="0"/>
      </a:defRPr>
    </a:lvl8pPr>
    <a:lvl9pPr marL="3117007" algn="l" defTabSz="779252" rtl="0" eaLnBrk="1" latinLnBrk="0" hangingPunct="1">
      <a:defRPr sz="2000" b="1" kern="1200">
        <a:solidFill>
          <a:schemeClr val="tx1"/>
        </a:solidFill>
        <a:latin typeface="Times New Roman" pitchFamily="18" charset="0"/>
        <a:ea typeface="+mn-ea"/>
        <a:cs typeface="Arial"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FFFFCC"/>
    <a:srgbClr val="000099"/>
    <a:srgbClr val="DCDBDF"/>
    <a:srgbClr val="006600"/>
    <a:srgbClr val="666633"/>
    <a:srgbClr val="336600"/>
    <a:srgbClr val="FFFF66"/>
    <a:srgbClr val="F9F9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39" autoAdjust="0"/>
    <p:restoredTop sz="94280" autoAdjust="0"/>
  </p:normalViewPr>
  <p:slideViewPr>
    <p:cSldViewPr snapToGrid="0">
      <p:cViewPr>
        <p:scale>
          <a:sx n="100" d="100"/>
          <a:sy n="100" d="100"/>
        </p:scale>
        <p:origin x="821" y="173"/>
      </p:cViewPr>
      <p:guideLst>
        <p:guide orient="horz" pos="1620"/>
        <p:guide pos="2880"/>
      </p:guideLst>
    </p:cSldViewPr>
  </p:slideViewPr>
  <p:outlineViewPr>
    <p:cViewPr>
      <p:scale>
        <a:sx n="33" d="100"/>
        <a:sy n="33" d="100"/>
      </p:scale>
      <p:origin x="0" y="-5868"/>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p:scale>
          <a:sx n="100" d="100"/>
          <a:sy n="100" d="100"/>
        </p:scale>
        <p:origin x="-1674" y="2550"/>
      </p:cViewPr>
      <p:guideLst>
        <p:guide orient="horz" pos="3024"/>
        <p:guide pos="2305"/>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3170238" cy="4810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b="0">
                <a:cs typeface="Arial" pitchFamily="34" charset="0"/>
              </a:defRPr>
            </a:lvl1pPr>
          </a:lstStyle>
          <a:p>
            <a:pPr>
              <a:defRPr/>
            </a:pPr>
            <a:endParaRPr lang="en-US"/>
          </a:p>
        </p:txBody>
      </p:sp>
      <p:sp>
        <p:nvSpPr>
          <p:cNvPr id="26627" name="Rectangle 3"/>
          <p:cNvSpPr>
            <a:spLocks noGrp="1" noChangeArrowheads="1"/>
          </p:cNvSpPr>
          <p:nvPr>
            <p:ph type="dt" sz="quarter" idx="1"/>
          </p:nvPr>
        </p:nvSpPr>
        <p:spPr bwMode="auto">
          <a:xfrm>
            <a:off x="4144963" y="0"/>
            <a:ext cx="3170237" cy="4810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900" b="0">
                <a:latin typeface="Arial" pitchFamily="34" charset="0"/>
                <a:cs typeface="Arial" pitchFamily="34" charset="0"/>
              </a:defRPr>
            </a:lvl1pPr>
          </a:lstStyle>
          <a:p>
            <a:pPr>
              <a:defRPr/>
            </a:pPr>
            <a:r>
              <a:rPr lang="en-US"/>
              <a:t>Enterprise Computing with Java (MCA-305)</a:t>
            </a:r>
            <a:endParaRPr lang="en-US" dirty="0"/>
          </a:p>
        </p:txBody>
      </p:sp>
      <p:sp>
        <p:nvSpPr>
          <p:cNvPr id="26628" name="Rectangle 4"/>
          <p:cNvSpPr>
            <a:spLocks noGrp="1" noChangeArrowheads="1"/>
          </p:cNvSpPr>
          <p:nvPr>
            <p:ph type="ftr" sz="quarter" idx="2"/>
          </p:nvPr>
        </p:nvSpPr>
        <p:spPr bwMode="auto">
          <a:xfrm>
            <a:off x="0" y="8832850"/>
            <a:ext cx="6265863" cy="4810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900" b="0">
                <a:latin typeface="Arial" pitchFamily="34" charset="0"/>
                <a:cs typeface="Arial" pitchFamily="34" charset="0"/>
              </a:defRPr>
            </a:lvl1pPr>
          </a:lstStyle>
          <a:p>
            <a:pPr>
              <a:defRPr/>
            </a:pPr>
            <a:r>
              <a:rPr lang="en-US"/>
              <a:t>© Bharati Vidyapeeth’s Institute of Computer Applications and Management, New Delhi-63, by Dr. Sunil Pratap Singh</a:t>
            </a:r>
          </a:p>
        </p:txBody>
      </p:sp>
      <p:sp>
        <p:nvSpPr>
          <p:cNvPr id="5" name="Slide Number Placeholder 4"/>
          <p:cNvSpPr>
            <a:spLocks noGrp="1"/>
          </p:cNvSpPr>
          <p:nvPr>
            <p:ph type="sldNum" sz="quarter" idx="3"/>
          </p:nvPr>
        </p:nvSpPr>
        <p:spPr>
          <a:xfrm>
            <a:off x="3971925" y="8861425"/>
            <a:ext cx="2836863" cy="481013"/>
          </a:xfrm>
          <a:prstGeom prst="rect">
            <a:avLst/>
          </a:prstGeom>
        </p:spPr>
        <p:txBody>
          <a:bodyPr vert="horz" wrap="square" lIns="91440" tIns="45720" rIns="91440" bIns="45720" numCol="1" anchor="b" anchorCtr="0" compatLnSpc="1">
            <a:prstTxWarp prst="textNoShape">
              <a:avLst/>
            </a:prstTxWarp>
          </a:bodyPr>
          <a:lstStyle>
            <a:lvl1pPr algn="r">
              <a:defRPr sz="900" b="0">
                <a:latin typeface="Arial" pitchFamily="34" charset="0"/>
                <a:cs typeface="Arial" pitchFamily="34" charset="0"/>
              </a:defRPr>
            </a:lvl1pPr>
          </a:lstStyle>
          <a:p>
            <a:pPr>
              <a:defRPr/>
            </a:pPr>
            <a:r>
              <a:rPr lang="en-US"/>
              <a:t>U1.</a:t>
            </a:r>
            <a:fld id="{9B33F9C5-F45A-497A-BB3A-D08F23AAE931}" type="slidenum">
              <a:rPr lang="en-US"/>
              <a:pPr>
                <a:defRPr/>
              </a:pPr>
              <a:t>‹#›</a:t>
            </a:fld>
            <a:r>
              <a:rPr lang="en-US"/>
              <a:t> </a:t>
            </a:r>
          </a:p>
        </p:txBody>
      </p:sp>
    </p:spTree>
    <p:extLst>
      <p:ext uri="{BB962C8B-B14F-4D97-AF65-F5344CB8AC3E}">
        <p14:creationId xmlns:p14="http://schemas.microsoft.com/office/powerpoint/2010/main" val="835857907"/>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3170238" cy="4810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b="0">
                <a:cs typeface="Arial" pitchFamily="34" charset="0"/>
              </a:defRPr>
            </a:lvl1pPr>
          </a:lstStyle>
          <a:p>
            <a:pPr>
              <a:defRPr/>
            </a:pPr>
            <a:endParaRPr lang="en-US"/>
          </a:p>
        </p:txBody>
      </p:sp>
      <p:sp>
        <p:nvSpPr>
          <p:cNvPr id="35843" name="Rectangle 3"/>
          <p:cNvSpPr>
            <a:spLocks noGrp="1" noChangeArrowheads="1"/>
          </p:cNvSpPr>
          <p:nvPr>
            <p:ph type="dt" idx="1"/>
          </p:nvPr>
        </p:nvSpPr>
        <p:spPr bwMode="auto">
          <a:xfrm>
            <a:off x="4143375" y="0"/>
            <a:ext cx="3170238" cy="4810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b="0">
                <a:cs typeface="Arial" pitchFamily="34" charset="0"/>
              </a:defRPr>
            </a:lvl1pPr>
          </a:lstStyle>
          <a:p>
            <a:pPr>
              <a:defRPr/>
            </a:pPr>
            <a:r>
              <a:rPr lang="en-US"/>
              <a:t>Enterprise Computing with Java (MCA-305)</a:t>
            </a:r>
          </a:p>
        </p:txBody>
      </p:sp>
      <p:sp>
        <p:nvSpPr>
          <p:cNvPr id="41988" name="Rectangle 4"/>
          <p:cNvSpPr>
            <a:spLocks noGrp="1" noRot="1" noChangeAspect="1" noChangeArrowheads="1" noTextEdit="1"/>
          </p:cNvSpPr>
          <p:nvPr>
            <p:ph type="sldImg" idx="2"/>
          </p:nvPr>
        </p:nvSpPr>
        <p:spPr bwMode="auto">
          <a:xfrm>
            <a:off x="463550" y="720725"/>
            <a:ext cx="64008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5" name="Rectangle 5"/>
          <p:cNvSpPr>
            <a:spLocks noGrp="1" noChangeArrowheads="1"/>
          </p:cNvSpPr>
          <p:nvPr>
            <p:ph type="body" sz="quarter" idx="3"/>
          </p:nvPr>
        </p:nvSpPr>
        <p:spPr bwMode="auto">
          <a:xfrm>
            <a:off x="730250" y="4559300"/>
            <a:ext cx="5854700" cy="43211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5846" name="Rectangle 6"/>
          <p:cNvSpPr>
            <a:spLocks noGrp="1" noChangeArrowheads="1"/>
          </p:cNvSpPr>
          <p:nvPr>
            <p:ph type="ftr" sz="quarter" idx="4"/>
          </p:nvPr>
        </p:nvSpPr>
        <p:spPr bwMode="auto">
          <a:xfrm>
            <a:off x="0" y="9118600"/>
            <a:ext cx="3170238" cy="4810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b="0">
                <a:cs typeface="Arial" pitchFamily="34" charset="0"/>
              </a:defRPr>
            </a:lvl1pPr>
          </a:lstStyle>
          <a:p>
            <a:pPr>
              <a:defRPr/>
            </a:pPr>
            <a:r>
              <a:rPr lang="en-US"/>
              <a:t>© Bharati Vidyapeeth’s Institute of Computer Applications and Management, New Delhi-63, by Dr. Sunil Pratap Singh</a:t>
            </a:r>
          </a:p>
        </p:txBody>
      </p:sp>
      <p:sp>
        <p:nvSpPr>
          <p:cNvPr id="35847" name="Rectangle 7"/>
          <p:cNvSpPr>
            <a:spLocks noGrp="1" noChangeArrowheads="1"/>
          </p:cNvSpPr>
          <p:nvPr>
            <p:ph type="sldNum" sz="quarter" idx="5"/>
          </p:nvPr>
        </p:nvSpPr>
        <p:spPr bwMode="auto">
          <a:xfrm>
            <a:off x="4143375" y="9118600"/>
            <a:ext cx="3170238" cy="4810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b="0">
                <a:cs typeface="+mn-cs"/>
              </a:defRPr>
            </a:lvl1pPr>
          </a:lstStyle>
          <a:p>
            <a:pPr>
              <a:defRPr/>
            </a:pPr>
            <a:fld id="{BD800C83-4C79-4150-9A26-6D9FADE0EDCF}" type="slidenum">
              <a:rPr lang="en-US"/>
              <a:pPr>
                <a:defRPr/>
              </a:pPr>
              <a:t>‹#›</a:t>
            </a:fld>
            <a:endParaRPr lang="en-US"/>
          </a:p>
        </p:txBody>
      </p:sp>
    </p:spTree>
    <p:extLst>
      <p:ext uri="{BB962C8B-B14F-4D97-AF65-F5344CB8AC3E}">
        <p14:creationId xmlns:p14="http://schemas.microsoft.com/office/powerpoint/2010/main" val="1118842416"/>
      </p:ext>
    </p:extLst>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kumimoji="1" sz="1000" kern="1200">
        <a:solidFill>
          <a:schemeClr val="tx1"/>
        </a:solidFill>
        <a:latin typeface="Times New Roman" pitchFamily="18" charset="0"/>
        <a:ea typeface="+mn-ea"/>
        <a:cs typeface="Arial" pitchFamily="34" charset="0"/>
      </a:defRPr>
    </a:lvl1pPr>
    <a:lvl2pPr marL="388273" algn="l" rtl="0" eaLnBrk="0" fontAlgn="base" hangingPunct="0">
      <a:spcBef>
        <a:spcPct val="30000"/>
      </a:spcBef>
      <a:spcAft>
        <a:spcPct val="0"/>
      </a:spcAft>
      <a:defRPr kumimoji="1" sz="1000" kern="1200">
        <a:solidFill>
          <a:schemeClr val="tx1"/>
        </a:solidFill>
        <a:latin typeface="Times New Roman" pitchFamily="18" charset="0"/>
        <a:ea typeface="+mn-ea"/>
        <a:cs typeface="Arial" pitchFamily="34" charset="0"/>
      </a:defRPr>
    </a:lvl2pPr>
    <a:lvl3pPr marL="777899" algn="l" rtl="0" eaLnBrk="0" fontAlgn="base" hangingPunct="0">
      <a:spcBef>
        <a:spcPct val="30000"/>
      </a:spcBef>
      <a:spcAft>
        <a:spcPct val="0"/>
      </a:spcAft>
      <a:defRPr kumimoji="1" sz="1000" kern="1200">
        <a:solidFill>
          <a:schemeClr val="tx1"/>
        </a:solidFill>
        <a:latin typeface="Times New Roman" pitchFamily="18" charset="0"/>
        <a:ea typeface="+mn-ea"/>
        <a:cs typeface="Arial" pitchFamily="34" charset="0"/>
      </a:defRPr>
    </a:lvl3pPr>
    <a:lvl4pPr marL="1167525" algn="l" rtl="0" eaLnBrk="0" fontAlgn="base" hangingPunct="0">
      <a:spcBef>
        <a:spcPct val="30000"/>
      </a:spcBef>
      <a:spcAft>
        <a:spcPct val="0"/>
      </a:spcAft>
      <a:defRPr kumimoji="1" sz="1000" kern="1200">
        <a:solidFill>
          <a:schemeClr val="tx1"/>
        </a:solidFill>
        <a:latin typeface="Times New Roman" pitchFamily="18" charset="0"/>
        <a:ea typeface="+mn-ea"/>
        <a:cs typeface="Arial" pitchFamily="34" charset="0"/>
      </a:defRPr>
    </a:lvl4pPr>
    <a:lvl5pPr marL="1557151" algn="l" rtl="0" eaLnBrk="0" fontAlgn="base" hangingPunct="0">
      <a:spcBef>
        <a:spcPct val="30000"/>
      </a:spcBef>
      <a:spcAft>
        <a:spcPct val="0"/>
      </a:spcAft>
      <a:defRPr kumimoji="1" sz="1000" kern="1200">
        <a:solidFill>
          <a:schemeClr val="tx1"/>
        </a:solidFill>
        <a:latin typeface="Times New Roman" pitchFamily="18" charset="0"/>
        <a:ea typeface="+mn-ea"/>
        <a:cs typeface="Arial" pitchFamily="34" charset="0"/>
      </a:defRPr>
    </a:lvl5pPr>
    <a:lvl6pPr marL="1947686" algn="l" defTabSz="779074" rtl="0" eaLnBrk="1" latinLnBrk="0" hangingPunct="1">
      <a:defRPr sz="1000" kern="1200">
        <a:solidFill>
          <a:schemeClr val="tx1"/>
        </a:solidFill>
        <a:latin typeface="+mn-lt"/>
        <a:ea typeface="+mn-ea"/>
        <a:cs typeface="+mn-cs"/>
      </a:defRPr>
    </a:lvl6pPr>
    <a:lvl7pPr marL="2337223" algn="l" defTabSz="779074" rtl="0" eaLnBrk="1" latinLnBrk="0" hangingPunct="1">
      <a:defRPr sz="1000" kern="1200">
        <a:solidFill>
          <a:schemeClr val="tx1"/>
        </a:solidFill>
        <a:latin typeface="+mn-lt"/>
        <a:ea typeface="+mn-ea"/>
        <a:cs typeface="+mn-cs"/>
      </a:defRPr>
    </a:lvl7pPr>
    <a:lvl8pPr marL="2726760" algn="l" defTabSz="779074" rtl="0" eaLnBrk="1" latinLnBrk="0" hangingPunct="1">
      <a:defRPr sz="1000" kern="1200">
        <a:solidFill>
          <a:schemeClr val="tx1"/>
        </a:solidFill>
        <a:latin typeface="+mn-lt"/>
        <a:ea typeface="+mn-ea"/>
        <a:cs typeface="+mn-cs"/>
      </a:defRPr>
    </a:lvl8pPr>
    <a:lvl9pPr marL="3116298" algn="l" defTabSz="779074" rtl="0" eaLnBrk="1" latinLnBrk="0" hangingPunct="1">
      <a:defRPr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Slide Image Placeholder 1"/>
          <p:cNvSpPr>
            <a:spLocks noGrp="1" noRot="1" noChangeAspect="1" noTextEdit="1"/>
          </p:cNvSpPr>
          <p:nvPr>
            <p:ph type="sldImg"/>
          </p:nvPr>
        </p:nvSpPr>
        <p:spPr>
          <a:ln/>
        </p:spPr>
      </p:sp>
      <p:sp>
        <p:nvSpPr>
          <p:cNvPr id="171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cs typeface="Arial" charset="0"/>
            </a:endParaRPr>
          </a:p>
        </p:txBody>
      </p:sp>
      <p:sp>
        <p:nvSpPr>
          <p:cNvPr id="4" name="Slide Number Placeholder 3"/>
          <p:cNvSpPr txBox="1">
            <a:spLocks noGrp="1"/>
          </p:cNvSpPr>
          <p:nvPr/>
        </p:nvSpPr>
        <p:spPr bwMode="auto">
          <a:xfrm>
            <a:off x="4143375" y="9118600"/>
            <a:ext cx="3170238" cy="481013"/>
          </a:xfrm>
          <a:prstGeom prst="rect">
            <a:avLst/>
          </a:prstGeom>
          <a:noFill/>
          <a:ln>
            <a:miter lim="800000"/>
            <a:headEnd/>
            <a:tailEnd/>
          </a:ln>
        </p:spPr>
        <p:txBody>
          <a:bodyPr anchor="b"/>
          <a:lstStyle/>
          <a:p>
            <a:pPr algn="r" eaLnBrk="0" hangingPunct="0">
              <a:defRPr/>
            </a:pPr>
            <a:fld id="{618A4293-AE71-495D-828F-3934B323B756}" type="slidenum">
              <a:rPr lang="en-US" sz="1200" b="0">
                <a:cs typeface="+mn-cs"/>
              </a:rPr>
              <a:pPr algn="r" eaLnBrk="0" hangingPunct="0">
                <a:defRPr/>
              </a:pPr>
              <a:t>1</a:t>
            </a:fld>
            <a:endParaRPr lang="en-US" sz="1200" b="0" dirty="0">
              <a:cs typeface="+mn-cs"/>
            </a:endParaRPr>
          </a:p>
        </p:txBody>
      </p:sp>
      <p:sp>
        <p:nvSpPr>
          <p:cNvPr id="171013" name="Footer Placeholder 1"/>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Times New Roman" pitchFamily="18" charset="0"/>
                <a:cs typeface="Arial" charset="0"/>
              </a:defRPr>
            </a:lvl1pPr>
            <a:lvl2pPr marL="742950" indent="-285750" eaLnBrk="0" hangingPunct="0">
              <a:defRPr sz="2400" b="1">
                <a:solidFill>
                  <a:schemeClr val="tx1"/>
                </a:solidFill>
                <a:latin typeface="Times New Roman" pitchFamily="18" charset="0"/>
                <a:cs typeface="Arial" charset="0"/>
              </a:defRPr>
            </a:lvl2pPr>
            <a:lvl3pPr marL="1143000" indent="-228600" eaLnBrk="0" hangingPunct="0">
              <a:defRPr sz="2400" b="1">
                <a:solidFill>
                  <a:schemeClr val="tx1"/>
                </a:solidFill>
                <a:latin typeface="Times New Roman" pitchFamily="18" charset="0"/>
                <a:cs typeface="Arial" charset="0"/>
              </a:defRPr>
            </a:lvl3pPr>
            <a:lvl4pPr marL="1600200" indent="-228600" eaLnBrk="0" hangingPunct="0">
              <a:defRPr sz="2400" b="1">
                <a:solidFill>
                  <a:schemeClr val="tx1"/>
                </a:solidFill>
                <a:latin typeface="Times New Roman" pitchFamily="18" charset="0"/>
                <a:cs typeface="Arial" charset="0"/>
              </a:defRPr>
            </a:lvl4pPr>
            <a:lvl5pPr marL="2057400" indent="-228600" eaLnBrk="0" hangingPunct="0">
              <a:defRPr sz="2400" b="1">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b="1">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b="1">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b="1">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b="1">
                <a:solidFill>
                  <a:schemeClr val="tx1"/>
                </a:solidFill>
                <a:latin typeface="Times New Roman" pitchFamily="18" charset="0"/>
                <a:cs typeface="Arial" charset="0"/>
              </a:defRPr>
            </a:lvl9pPr>
          </a:lstStyle>
          <a:p>
            <a:r>
              <a:rPr lang="en-US" sz="1200" b="0"/>
              <a:t>© Bharati Vidyapeeth’s Institute of Computer Applications and Management, New Delhi-63, by Dr. Sunil Pratap Singh</a:t>
            </a:r>
          </a:p>
        </p:txBody>
      </p:sp>
      <p:sp>
        <p:nvSpPr>
          <p:cNvPr id="171014" name="Header Placeholder 6"/>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Times New Roman" pitchFamily="18" charset="0"/>
                <a:cs typeface="Arial" charset="0"/>
              </a:defRPr>
            </a:lvl1pPr>
            <a:lvl2pPr marL="742950" indent="-285750" eaLnBrk="0" hangingPunct="0">
              <a:defRPr sz="2400" b="1">
                <a:solidFill>
                  <a:schemeClr val="tx1"/>
                </a:solidFill>
                <a:latin typeface="Times New Roman" pitchFamily="18" charset="0"/>
                <a:cs typeface="Arial" charset="0"/>
              </a:defRPr>
            </a:lvl2pPr>
            <a:lvl3pPr marL="1143000" indent="-228600" eaLnBrk="0" hangingPunct="0">
              <a:defRPr sz="2400" b="1">
                <a:solidFill>
                  <a:schemeClr val="tx1"/>
                </a:solidFill>
                <a:latin typeface="Times New Roman" pitchFamily="18" charset="0"/>
                <a:cs typeface="Arial" charset="0"/>
              </a:defRPr>
            </a:lvl3pPr>
            <a:lvl4pPr marL="1600200" indent="-228600" eaLnBrk="0" hangingPunct="0">
              <a:defRPr sz="2400" b="1">
                <a:solidFill>
                  <a:schemeClr val="tx1"/>
                </a:solidFill>
                <a:latin typeface="Times New Roman" pitchFamily="18" charset="0"/>
                <a:cs typeface="Arial" charset="0"/>
              </a:defRPr>
            </a:lvl4pPr>
            <a:lvl5pPr marL="2057400" indent="-228600" eaLnBrk="0" hangingPunct="0">
              <a:defRPr sz="2400" b="1">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b="1">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b="1">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b="1">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b="1">
                <a:solidFill>
                  <a:schemeClr val="tx1"/>
                </a:solidFill>
                <a:latin typeface="Times New Roman" pitchFamily="18" charset="0"/>
                <a:cs typeface="Arial" charset="0"/>
              </a:defRPr>
            </a:lvl9pPr>
          </a:lstStyle>
          <a:p>
            <a:endParaRPr lang="en-US" sz="1200" b="0"/>
          </a:p>
        </p:txBody>
      </p:sp>
      <p:sp>
        <p:nvSpPr>
          <p:cNvPr id="171015" name="Date Placeholder 9"/>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Times New Roman" pitchFamily="18" charset="0"/>
                <a:cs typeface="Arial" charset="0"/>
              </a:defRPr>
            </a:lvl1pPr>
            <a:lvl2pPr marL="742950" indent="-285750" eaLnBrk="0" hangingPunct="0">
              <a:defRPr sz="2400" b="1">
                <a:solidFill>
                  <a:schemeClr val="tx1"/>
                </a:solidFill>
                <a:latin typeface="Times New Roman" pitchFamily="18" charset="0"/>
                <a:cs typeface="Arial" charset="0"/>
              </a:defRPr>
            </a:lvl2pPr>
            <a:lvl3pPr marL="1143000" indent="-228600" eaLnBrk="0" hangingPunct="0">
              <a:defRPr sz="2400" b="1">
                <a:solidFill>
                  <a:schemeClr val="tx1"/>
                </a:solidFill>
                <a:latin typeface="Times New Roman" pitchFamily="18" charset="0"/>
                <a:cs typeface="Arial" charset="0"/>
              </a:defRPr>
            </a:lvl3pPr>
            <a:lvl4pPr marL="1600200" indent="-228600" eaLnBrk="0" hangingPunct="0">
              <a:defRPr sz="2400" b="1">
                <a:solidFill>
                  <a:schemeClr val="tx1"/>
                </a:solidFill>
                <a:latin typeface="Times New Roman" pitchFamily="18" charset="0"/>
                <a:cs typeface="Arial" charset="0"/>
              </a:defRPr>
            </a:lvl4pPr>
            <a:lvl5pPr marL="2057400" indent="-228600" eaLnBrk="0" hangingPunct="0">
              <a:defRPr sz="2400" b="1">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b="1">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b="1">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b="1">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b="1">
                <a:solidFill>
                  <a:schemeClr val="tx1"/>
                </a:solidFill>
                <a:latin typeface="Times New Roman" pitchFamily="18" charset="0"/>
                <a:cs typeface="Arial" charset="0"/>
              </a:defRPr>
            </a:lvl9pPr>
          </a:lstStyle>
          <a:p>
            <a:r>
              <a:rPr lang="en-US" sz="1200" b="0"/>
              <a:t>Enterprise Computing with Java (MCA-305)</a:t>
            </a:r>
          </a:p>
        </p:txBody>
      </p:sp>
      <p:sp>
        <p:nvSpPr>
          <p:cNvPr id="2" name="Slide Number Placeholder 1"/>
          <p:cNvSpPr>
            <a:spLocks noGrp="1"/>
          </p:cNvSpPr>
          <p:nvPr>
            <p:ph type="sldNum" sz="quarter" idx="5"/>
          </p:nvPr>
        </p:nvSpPr>
        <p:spPr/>
        <p:txBody>
          <a:bodyPr/>
          <a:lstStyle/>
          <a:p>
            <a:pPr>
              <a:defRPr/>
            </a:pPr>
            <a:fld id="{4ACB34B0-5B92-44DD-B1C3-4F0D69E8AB46}" type="slidenum">
              <a:rPr lang="en-US" smtClean="0"/>
              <a:pPr>
                <a:defRPr/>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3" name="Picture 21"/>
          <p:cNvPicPr>
            <a:picLocks noChangeAspect="1" noChangeArrowheads="1"/>
          </p:cNvPicPr>
          <p:nvPr userDrawn="1"/>
        </p:nvPicPr>
        <p:blipFill>
          <a:blip r:embed="rId2" cstate="print">
            <a:extLst>
              <a:ext uri="{28A0092B-C50C-407E-A947-70E740481C1C}">
                <a14:useLocalDpi xmlns:a14="http://schemas.microsoft.com/office/drawing/2010/main"/>
              </a:ext>
            </a:extLst>
          </a:blip>
          <a:stretch>
            <a:fillRect/>
          </a:stretch>
        </p:blipFill>
        <p:spPr bwMode="auto">
          <a:xfrm>
            <a:off x="3574009" y="42863"/>
            <a:ext cx="1995982" cy="811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3"/>
          <p:cNvSpPr>
            <a:spLocks noChangeArrowheads="1"/>
          </p:cNvSpPr>
          <p:nvPr userDrawn="1"/>
        </p:nvSpPr>
        <p:spPr bwMode="auto">
          <a:xfrm>
            <a:off x="0" y="4885135"/>
            <a:ext cx="9144000" cy="258365"/>
          </a:xfrm>
          <a:prstGeom prst="rect">
            <a:avLst/>
          </a:prstGeom>
          <a:solidFill>
            <a:srgbClr val="000099"/>
          </a:solidFill>
          <a:ln w="9525">
            <a:solidFill>
              <a:schemeClr val="tx1"/>
            </a:solidFill>
            <a:miter lim="800000"/>
            <a:headEnd/>
            <a:tailEnd/>
          </a:ln>
        </p:spPr>
        <p:txBody>
          <a:bodyPr wrap="none" lIns="77907" tIns="38953" rIns="77907" bIns="38953" anchor="ctr"/>
          <a:lstStyle/>
          <a:p>
            <a:endParaRPr lang="en-US"/>
          </a:p>
        </p:txBody>
      </p:sp>
      <p:sp>
        <p:nvSpPr>
          <p:cNvPr id="5" name="Text Box 25"/>
          <p:cNvSpPr txBox="1">
            <a:spLocks noChangeArrowheads="1"/>
          </p:cNvSpPr>
          <p:nvPr userDrawn="1"/>
        </p:nvSpPr>
        <p:spPr bwMode="auto">
          <a:xfrm>
            <a:off x="1" y="4899422"/>
            <a:ext cx="9144000" cy="217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7907" tIns="38953" rIns="77907" bIns="38953">
            <a:spAutoFit/>
          </a:bodyPr>
          <a:lstStyle>
            <a:lvl1pPr eaLnBrk="0" hangingPunct="0">
              <a:defRPr sz="2400" b="1">
                <a:solidFill>
                  <a:schemeClr val="tx1"/>
                </a:solidFill>
                <a:latin typeface="Times New Roman" pitchFamily="18" charset="0"/>
                <a:cs typeface="Arial" charset="0"/>
              </a:defRPr>
            </a:lvl1pPr>
            <a:lvl2pPr marL="742950" indent="-285750" eaLnBrk="0" hangingPunct="0">
              <a:defRPr sz="2400" b="1">
                <a:solidFill>
                  <a:schemeClr val="tx1"/>
                </a:solidFill>
                <a:latin typeface="Times New Roman" pitchFamily="18" charset="0"/>
                <a:cs typeface="Arial" charset="0"/>
              </a:defRPr>
            </a:lvl2pPr>
            <a:lvl3pPr marL="1143000" indent="-228600" eaLnBrk="0" hangingPunct="0">
              <a:defRPr sz="2400" b="1">
                <a:solidFill>
                  <a:schemeClr val="tx1"/>
                </a:solidFill>
                <a:latin typeface="Times New Roman" pitchFamily="18" charset="0"/>
                <a:cs typeface="Arial" charset="0"/>
              </a:defRPr>
            </a:lvl3pPr>
            <a:lvl4pPr marL="1600200" indent="-228600" eaLnBrk="0" hangingPunct="0">
              <a:defRPr sz="2400" b="1">
                <a:solidFill>
                  <a:schemeClr val="tx1"/>
                </a:solidFill>
                <a:latin typeface="Times New Roman" pitchFamily="18" charset="0"/>
                <a:cs typeface="Arial" charset="0"/>
              </a:defRPr>
            </a:lvl4pPr>
            <a:lvl5pPr marL="2057400" indent="-228600" eaLnBrk="0" hangingPunct="0">
              <a:defRPr sz="2400" b="1">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b="1">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b="1">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b="1">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b="1">
                <a:solidFill>
                  <a:schemeClr val="tx1"/>
                </a:solidFill>
                <a:latin typeface="Times New Roman" pitchFamily="18" charset="0"/>
                <a:cs typeface="Arial" charset="0"/>
              </a:defRPr>
            </a:lvl9pPr>
          </a:lstStyle>
          <a:p>
            <a:pPr algn="ctr" eaLnBrk="1" hangingPunct="1">
              <a:spcBef>
                <a:spcPct val="50000"/>
              </a:spcBef>
              <a:defRPr/>
            </a:pPr>
            <a:r>
              <a:rPr lang="en-US" sz="900" dirty="0" err="1">
                <a:solidFill>
                  <a:schemeClr val="bg1"/>
                </a:solidFill>
                <a:latin typeface="Arial" charset="0"/>
              </a:rPr>
              <a:t>Bharati</a:t>
            </a:r>
            <a:r>
              <a:rPr lang="en-US" sz="900" dirty="0">
                <a:solidFill>
                  <a:schemeClr val="bg1"/>
                </a:solidFill>
                <a:latin typeface="Arial" charset="0"/>
              </a:rPr>
              <a:t> </a:t>
            </a:r>
            <a:r>
              <a:rPr lang="en-US" sz="900" dirty="0" err="1">
                <a:solidFill>
                  <a:schemeClr val="bg1"/>
                </a:solidFill>
                <a:latin typeface="Arial" charset="0"/>
              </a:rPr>
              <a:t>Vidyapeeth’s</a:t>
            </a:r>
            <a:r>
              <a:rPr lang="en-US" sz="900" dirty="0">
                <a:solidFill>
                  <a:schemeClr val="bg1"/>
                </a:solidFill>
                <a:latin typeface="Arial" charset="0"/>
              </a:rPr>
              <a:t> Institute of Computer Applications and Management</a:t>
            </a:r>
            <a:r>
              <a:rPr lang="en-US" sz="900" baseline="0" dirty="0">
                <a:solidFill>
                  <a:schemeClr val="bg1"/>
                </a:solidFill>
                <a:latin typeface="Arial" charset="0"/>
              </a:rPr>
              <a:t> (GGS IP University)</a:t>
            </a:r>
            <a:r>
              <a:rPr lang="en-US" sz="900" dirty="0">
                <a:solidFill>
                  <a:schemeClr val="bg1"/>
                </a:solidFill>
                <a:latin typeface="Arial" charset="0"/>
              </a:rPr>
              <a:t> New Delhi,</a:t>
            </a:r>
            <a:r>
              <a:rPr lang="en-US" sz="900" baseline="0" dirty="0">
                <a:solidFill>
                  <a:schemeClr val="bg1"/>
                </a:solidFill>
                <a:latin typeface="Arial" charset="0"/>
              </a:rPr>
              <a:t> India</a:t>
            </a:r>
            <a:endParaRPr lang="en-US" sz="900" dirty="0">
              <a:solidFill>
                <a:schemeClr val="bg1"/>
              </a:solidFill>
              <a:latin typeface="Arial" charset="0"/>
            </a:endParaRPr>
          </a:p>
        </p:txBody>
      </p:sp>
      <p:grpSp>
        <p:nvGrpSpPr>
          <p:cNvPr id="6" name="Group 36"/>
          <p:cNvGrpSpPr>
            <a:grpSpLocks/>
          </p:cNvGrpSpPr>
          <p:nvPr userDrawn="1"/>
        </p:nvGrpSpPr>
        <p:grpSpPr bwMode="auto">
          <a:xfrm>
            <a:off x="0" y="956073"/>
            <a:ext cx="9144000" cy="153590"/>
            <a:chOff x="0" y="803"/>
            <a:chExt cx="5760" cy="129"/>
          </a:xfrm>
        </p:grpSpPr>
        <p:sp>
          <p:nvSpPr>
            <p:cNvPr id="7" name="Rectangle 31"/>
            <p:cNvSpPr>
              <a:spLocks noChangeArrowheads="1"/>
            </p:cNvSpPr>
            <p:nvPr userDrawn="1"/>
          </p:nvSpPr>
          <p:spPr bwMode="auto">
            <a:xfrm>
              <a:off x="0" y="803"/>
              <a:ext cx="5760" cy="91"/>
            </a:xfrm>
            <a:prstGeom prst="rect">
              <a:avLst/>
            </a:prstGeom>
            <a:solidFill>
              <a:srgbClr val="000099"/>
            </a:solidFill>
            <a:ln w="9525">
              <a:solidFill>
                <a:schemeClr val="tx1"/>
              </a:solidFill>
              <a:miter lim="800000"/>
              <a:headEnd/>
              <a:tailEnd/>
            </a:ln>
          </p:spPr>
          <p:txBody>
            <a:bodyPr wrap="none" anchor="ctr"/>
            <a:lstStyle/>
            <a:p>
              <a:endParaRPr lang="en-US"/>
            </a:p>
          </p:txBody>
        </p:sp>
        <p:sp>
          <p:nvSpPr>
            <p:cNvPr id="8" name="Rectangle 35"/>
            <p:cNvSpPr>
              <a:spLocks noChangeArrowheads="1"/>
            </p:cNvSpPr>
            <p:nvPr userDrawn="1"/>
          </p:nvSpPr>
          <p:spPr bwMode="auto">
            <a:xfrm>
              <a:off x="0" y="905"/>
              <a:ext cx="5760" cy="27"/>
            </a:xfrm>
            <a:prstGeom prst="rect">
              <a:avLst/>
            </a:prstGeom>
            <a:solidFill>
              <a:srgbClr val="FF0000"/>
            </a:solidFill>
            <a:ln w="9525">
              <a:solidFill>
                <a:schemeClr val="tx1"/>
              </a:solidFill>
              <a:miter lim="800000"/>
              <a:headEnd/>
              <a:tailEnd/>
            </a:ln>
          </p:spPr>
          <p:txBody>
            <a:bodyPr wrap="none" anchor="ctr"/>
            <a:lstStyle/>
            <a:p>
              <a:endParaRPr lang="en-US"/>
            </a:p>
          </p:txBody>
        </p:sp>
      </p:grpSp>
      <p:sp>
        <p:nvSpPr>
          <p:cNvPr id="147459" name="Rectangle 3"/>
          <p:cNvSpPr>
            <a:spLocks noGrp="1" noChangeArrowheads="1"/>
          </p:cNvSpPr>
          <p:nvPr>
            <p:ph type="subTitle" idx="1"/>
          </p:nvPr>
        </p:nvSpPr>
        <p:spPr>
          <a:xfrm>
            <a:off x="1389185" y="2007396"/>
            <a:ext cx="6400800" cy="2037160"/>
          </a:xfrm>
        </p:spPr>
        <p:txBody>
          <a:bodyPr/>
          <a:lstStyle>
            <a:lvl1pPr marL="0" indent="0" algn="ctr">
              <a:defRPr>
                <a:latin typeface="+mn-lt"/>
              </a:defRPr>
            </a:lvl1pPr>
          </a:lstStyle>
          <a:p>
            <a:r>
              <a:rPr lang="en-US" dirty="0"/>
              <a:t>Click to edit Master subtitle style</a:t>
            </a:r>
          </a:p>
        </p:txBody>
      </p:sp>
    </p:spTree>
    <p:extLst>
      <p:ext uri="{BB962C8B-B14F-4D97-AF65-F5344CB8AC3E}">
        <p14:creationId xmlns:p14="http://schemas.microsoft.com/office/powerpoint/2010/main" val="1208493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23"/>
          <p:cNvSpPr>
            <a:spLocks noChangeArrowheads="1"/>
          </p:cNvSpPr>
          <p:nvPr userDrawn="1"/>
        </p:nvSpPr>
        <p:spPr bwMode="auto">
          <a:xfrm>
            <a:off x="0" y="4885135"/>
            <a:ext cx="9144000" cy="258365"/>
          </a:xfrm>
          <a:prstGeom prst="rect">
            <a:avLst/>
          </a:prstGeom>
          <a:solidFill>
            <a:srgbClr val="000099"/>
          </a:solidFill>
          <a:ln w="9525">
            <a:solidFill>
              <a:schemeClr val="tx1"/>
            </a:solidFill>
            <a:miter lim="800000"/>
            <a:headEnd/>
            <a:tailEnd/>
          </a:ln>
        </p:spPr>
        <p:txBody>
          <a:bodyPr wrap="none" lIns="77907" tIns="38953" rIns="77907" bIns="38953" anchor="ctr"/>
          <a:lstStyle/>
          <a:p>
            <a:endParaRPr lang="en-US"/>
          </a:p>
        </p:txBody>
      </p:sp>
      <p:sp>
        <p:nvSpPr>
          <p:cNvPr id="5" name="Text Box 25"/>
          <p:cNvSpPr txBox="1">
            <a:spLocks noChangeArrowheads="1"/>
          </p:cNvSpPr>
          <p:nvPr userDrawn="1"/>
        </p:nvSpPr>
        <p:spPr bwMode="auto">
          <a:xfrm>
            <a:off x="79131" y="4899423"/>
            <a:ext cx="7904285" cy="232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907" tIns="38953" rIns="77907" bIns="38953">
            <a:spAutoFit/>
          </a:bodyPr>
          <a:lstStyle>
            <a:lvl1pPr eaLnBrk="0" hangingPunct="0">
              <a:defRPr sz="2400" b="1">
                <a:solidFill>
                  <a:schemeClr val="tx1"/>
                </a:solidFill>
                <a:latin typeface="Times New Roman" pitchFamily="18" charset="0"/>
                <a:cs typeface="Arial" charset="0"/>
              </a:defRPr>
            </a:lvl1pPr>
            <a:lvl2pPr marL="742950" indent="-285750" eaLnBrk="0" hangingPunct="0">
              <a:defRPr sz="2400" b="1">
                <a:solidFill>
                  <a:schemeClr val="tx1"/>
                </a:solidFill>
                <a:latin typeface="Times New Roman" pitchFamily="18" charset="0"/>
                <a:cs typeface="Arial" charset="0"/>
              </a:defRPr>
            </a:lvl2pPr>
            <a:lvl3pPr marL="1143000" indent="-228600" eaLnBrk="0" hangingPunct="0">
              <a:defRPr sz="2400" b="1">
                <a:solidFill>
                  <a:schemeClr val="tx1"/>
                </a:solidFill>
                <a:latin typeface="Times New Roman" pitchFamily="18" charset="0"/>
                <a:cs typeface="Arial" charset="0"/>
              </a:defRPr>
            </a:lvl3pPr>
            <a:lvl4pPr marL="1600200" indent="-228600" eaLnBrk="0" hangingPunct="0">
              <a:defRPr sz="2400" b="1">
                <a:solidFill>
                  <a:schemeClr val="tx1"/>
                </a:solidFill>
                <a:latin typeface="Times New Roman" pitchFamily="18" charset="0"/>
                <a:cs typeface="Arial" charset="0"/>
              </a:defRPr>
            </a:lvl4pPr>
            <a:lvl5pPr marL="2057400" indent="-228600" eaLnBrk="0" hangingPunct="0">
              <a:defRPr sz="2400" b="1">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b="1">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b="1">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b="1">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b="1">
                <a:solidFill>
                  <a:schemeClr val="tx1"/>
                </a:solidFill>
                <a:latin typeface="Times New Roman" pitchFamily="18" charset="0"/>
                <a:cs typeface="Arial" charset="0"/>
              </a:defRPr>
            </a:lvl9pPr>
          </a:lstStyle>
          <a:p>
            <a:pPr eaLnBrk="1" hangingPunct="1">
              <a:spcBef>
                <a:spcPct val="50000"/>
              </a:spcBef>
              <a:defRPr/>
            </a:pPr>
            <a:r>
              <a:rPr lang="en-US" sz="1000" dirty="0">
                <a:solidFill>
                  <a:schemeClr val="bg1"/>
                </a:solidFill>
                <a:latin typeface="Arial" charset="0"/>
              </a:rPr>
              <a:t>© </a:t>
            </a:r>
            <a:r>
              <a:rPr lang="en-US" sz="900" dirty="0">
                <a:solidFill>
                  <a:schemeClr val="bg1"/>
                </a:solidFill>
                <a:latin typeface="Arial" charset="0"/>
              </a:rPr>
              <a:t>Bharati Vidyapeeth’s Institute of Computer Applications and Management, New Delhi-63</a:t>
            </a:r>
          </a:p>
        </p:txBody>
      </p:sp>
      <p:sp>
        <p:nvSpPr>
          <p:cNvPr id="6" name="Text Box 8"/>
          <p:cNvSpPr txBox="1">
            <a:spLocks noChangeArrowheads="1"/>
          </p:cNvSpPr>
          <p:nvPr userDrawn="1"/>
        </p:nvSpPr>
        <p:spPr bwMode="auto">
          <a:xfrm>
            <a:off x="7536474" y="4894660"/>
            <a:ext cx="145805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907" tIns="38953" rIns="77907" bIns="38953" anchor="ctr"/>
          <a:lstStyle>
            <a:lvl1pPr eaLnBrk="0" hangingPunct="0">
              <a:defRPr sz="2400" b="1">
                <a:solidFill>
                  <a:schemeClr val="tx1"/>
                </a:solidFill>
                <a:latin typeface="Times New Roman" pitchFamily="18" charset="0"/>
                <a:cs typeface="Arial" charset="0"/>
              </a:defRPr>
            </a:lvl1pPr>
            <a:lvl2pPr marL="742950" indent="-285750" eaLnBrk="0" hangingPunct="0">
              <a:defRPr sz="2400" b="1">
                <a:solidFill>
                  <a:schemeClr val="tx1"/>
                </a:solidFill>
                <a:latin typeface="Times New Roman" pitchFamily="18" charset="0"/>
                <a:cs typeface="Arial" charset="0"/>
              </a:defRPr>
            </a:lvl2pPr>
            <a:lvl3pPr marL="1143000" indent="-228600" eaLnBrk="0" hangingPunct="0">
              <a:defRPr sz="2400" b="1">
                <a:solidFill>
                  <a:schemeClr val="tx1"/>
                </a:solidFill>
                <a:latin typeface="Times New Roman" pitchFamily="18" charset="0"/>
                <a:cs typeface="Arial" charset="0"/>
              </a:defRPr>
            </a:lvl3pPr>
            <a:lvl4pPr marL="1600200" indent="-228600" eaLnBrk="0" hangingPunct="0">
              <a:defRPr sz="2400" b="1">
                <a:solidFill>
                  <a:schemeClr val="tx1"/>
                </a:solidFill>
                <a:latin typeface="Times New Roman" pitchFamily="18" charset="0"/>
                <a:cs typeface="Arial" charset="0"/>
              </a:defRPr>
            </a:lvl4pPr>
            <a:lvl5pPr marL="2057400" indent="-228600" eaLnBrk="0" hangingPunct="0">
              <a:defRPr sz="2400" b="1">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b="1">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b="1">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b="1">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b="1">
                <a:solidFill>
                  <a:schemeClr val="tx1"/>
                </a:solidFill>
                <a:latin typeface="Times New Roman" pitchFamily="18" charset="0"/>
                <a:cs typeface="Arial" charset="0"/>
              </a:defRPr>
            </a:lvl9pPr>
          </a:lstStyle>
          <a:p>
            <a:pPr algn="r">
              <a:spcBef>
                <a:spcPct val="50000"/>
              </a:spcBef>
              <a:defRPr/>
            </a:pPr>
            <a:fld id="{FA6B1CB2-903B-4B35-95DC-58CD022C002B}" type="slidenum">
              <a:rPr lang="en-US" sz="900" smtClean="0">
                <a:solidFill>
                  <a:schemeClr val="bg1"/>
                </a:solidFill>
                <a:latin typeface="Arial" charset="0"/>
              </a:rPr>
              <a:pPr algn="r">
                <a:spcBef>
                  <a:spcPct val="50000"/>
                </a:spcBef>
                <a:defRPr/>
              </a:pPr>
              <a:t>‹#›</a:t>
            </a:fld>
            <a:endParaRPr lang="en-US" sz="900" dirty="0">
              <a:solidFill>
                <a:schemeClr val="bg1"/>
              </a:solidFill>
              <a:latin typeface="Arial" charset="0"/>
            </a:endParaRPr>
          </a:p>
        </p:txBody>
      </p:sp>
      <p:sp>
        <p:nvSpPr>
          <p:cNvPr id="2" name="Title 1"/>
          <p:cNvSpPr>
            <a:spLocks noGrp="1"/>
          </p:cNvSpPr>
          <p:nvPr>
            <p:ph type="title"/>
          </p:nvPr>
        </p:nvSpPr>
        <p:spPr>
          <a:xfrm>
            <a:off x="1500554" y="17159"/>
            <a:ext cx="7643446" cy="498872"/>
          </a:xfrm>
          <a:prstGeom prst="rect">
            <a:avLst/>
          </a:prstGeom>
        </p:spPr>
        <p:txBody>
          <a:bodyPr lIns="77907" tIns="38953" rIns="77907" bIns="38953"/>
          <a:lstStyle>
            <a:lvl1pPr>
              <a:defRPr sz="3100">
                <a:solidFill>
                  <a:srgbClr val="FFFF00"/>
                </a:solidFill>
                <a:latin typeface="+mn-lt"/>
              </a:defRPr>
            </a:lvl1pPr>
          </a:lstStyle>
          <a:p>
            <a:r>
              <a:rPr lang="en-US" dirty="0"/>
              <a:t>Click to edit Master title style</a:t>
            </a:r>
          </a:p>
        </p:txBody>
      </p:sp>
      <p:sp>
        <p:nvSpPr>
          <p:cNvPr id="3" name="Content Placeholder 2"/>
          <p:cNvSpPr>
            <a:spLocks noGrp="1"/>
          </p:cNvSpPr>
          <p:nvPr>
            <p:ph idx="1"/>
          </p:nvPr>
        </p:nvSpPr>
        <p:spPr/>
        <p:txBody>
          <a:bodyPr/>
          <a:lstStyle>
            <a:lvl1pPr>
              <a:defRPr sz="2000">
                <a:latin typeface="Calibri" pitchFamily="34" charset="0"/>
                <a:cs typeface="Calibri" pitchFamily="34" charset="0"/>
              </a:defRPr>
            </a:lvl1pPr>
            <a:lvl2pPr>
              <a:defRPr>
                <a:latin typeface="Calibri" pitchFamily="34" charset="0"/>
                <a:cs typeface="Calibri" pitchFamily="34" charset="0"/>
              </a:defRPr>
            </a:lvl2pPr>
            <a:lvl3pPr>
              <a:defRPr sz="1700">
                <a:latin typeface="Calibri" pitchFamily="34" charset="0"/>
                <a:cs typeface="Calibri" pitchFamily="34" charset="0"/>
              </a:defRPr>
            </a:lvl3pPr>
            <a:lvl4pPr>
              <a:defRPr sz="1700">
                <a:latin typeface="Calibri" pitchFamily="34" charset="0"/>
                <a:cs typeface="Calibri" pitchFamily="34" charset="0"/>
              </a:defRPr>
            </a:lvl4pPr>
            <a:lvl5pPr>
              <a:defRPr sz="2000">
                <a:latin typeface="Calibri" pitchFamily="34" charset="0"/>
                <a:cs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2441720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435" y="3305179"/>
            <a:ext cx="7772400" cy="1021556"/>
          </a:xfrm>
          <a:prstGeom prst="rect">
            <a:avLst/>
          </a:prstGeom>
        </p:spPr>
        <p:txBody>
          <a:bodyPr lIns="77907" tIns="38953" rIns="77907" bIns="38953" anchor="t"/>
          <a:lstStyle>
            <a:lvl1pPr algn="l">
              <a:defRPr sz="3400" b="1" cap="all"/>
            </a:lvl1pPr>
          </a:lstStyle>
          <a:p>
            <a:r>
              <a:rPr lang="en-US"/>
              <a:t>Click to edit Master title style</a:t>
            </a:r>
          </a:p>
        </p:txBody>
      </p:sp>
      <p:sp>
        <p:nvSpPr>
          <p:cNvPr id="3" name="Text Placeholder 2"/>
          <p:cNvSpPr>
            <a:spLocks noGrp="1"/>
          </p:cNvSpPr>
          <p:nvPr>
            <p:ph type="body" idx="1"/>
          </p:nvPr>
        </p:nvSpPr>
        <p:spPr>
          <a:xfrm>
            <a:off x="722435" y="2180035"/>
            <a:ext cx="7772400" cy="1125140"/>
          </a:xfrm>
        </p:spPr>
        <p:txBody>
          <a:bodyPr anchor="b"/>
          <a:lstStyle>
            <a:lvl1pPr marL="0" indent="0">
              <a:buNone/>
              <a:defRPr sz="1700"/>
            </a:lvl1pPr>
            <a:lvl2pPr marL="389538" indent="0">
              <a:buNone/>
              <a:defRPr sz="1500"/>
            </a:lvl2pPr>
            <a:lvl3pPr marL="779074" indent="0">
              <a:buNone/>
              <a:defRPr sz="1400"/>
            </a:lvl3pPr>
            <a:lvl4pPr marL="1168612" indent="0">
              <a:buNone/>
              <a:defRPr sz="1200"/>
            </a:lvl4pPr>
            <a:lvl5pPr marL="1558149" indent="0">
              <a:buNone/>
              <a:defRPr sz="1200"/>
            </a:lvl5pPr>
            <a:lvl6pPr marL="1947686" indent="0">
              <a:buNone/>
              <a:defRPr sz="1200"/>
            </a:lvl6pPr>
            <a:lvl7pPr marL="2337223" indent="0">
              <a:buNone/>
              <a:defRPr sz="1200"/>
            </a:lvl7pPr>
            <a:lvl8pPr marL="2726760" indent="0">
              <a:buNone/>
              <a:defRPr sz="1200"/>
            </a:lvl8pPr>
            <a:lvl9pPr marL="3116298" indent="0">
              <a:buNone/>
              <a:defRPr sz="1200"/>
            </a:lvl9pPr>
          </a:lstStyle>
          <a:p>
            <a:pPr lvl="0"/>
            <a:r>
              <a:rPr lang="en-US"/>
              <a:t>Click to edit Master text styles</a:t>
            </a:r>
          </a:p>
        </p:txBody>
      </p:sp>
    </p:spTree>
    <p:extLst>
      <p:ext uri="{BB962C8B-B14F-4D97-AF65-F5344CB8AC3E}">
        <p14:creationId xmlns:p14="http://schemas.microsoft.com/office/powerpoint/2010/main" val="2399975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lIns="77907" tIns="38953" rIns="77907" bIns="38953"/>
          <a:lstStyle/>
          <a:p>
            <a:r>
              <a:rPr lang="en-US" dirty="0"/>
              <a:t>Click to edit Master title style</a:t>
            </a:r>
          </a:p>
        </p:txBody>
      </p:sp>
      <p:sp>
        <p:nvSpPr>
          <p:cNvPr id="3" name="Content Placeholder 2"/>
          <p:cNvSpPr>
            <a:spLocks noGrp="1"/>
          </p:cNvSpPr>
          <p:nvPr>
            <p:ph sz="half" idx="1"/>
          </p:nvPr>
        </p:nvSpPr>
        <p:spPr>
          <a:xfrm>
            <a:off x="243254" y="760814"/>
            <a:ext cx="4283320" cy="3918347"/>
          </a:xfrm>
        </p:spPr>
        <p:txBody>
          <a:bodyPr/>
          <a:lstStyle>
            <a:lvl1pPr>
              <a:defRPr sz="2400"/>
            </a:lvl1pPr>
            <a:lvl2pPr>
              <a:defRPr sz="20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67250" y="760814"/>
            <a:ext cx="4284785" cy="3918347"/>
          </a:xfrm>
        </p:spPr>
        <p:txBody>
          <a:bodyPr/>
          <a:lstStyle>
            <a:lvl1pPr>
              <a:defRPr sz="2400"/>
            </a:lvl1pPr>
            <a:lvl2pPr>
              <a:defRPr sz="20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4977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lIns="77907" tIns="38953" rIns="77907" bIns="38953"/>
          <a:lstStyle>
            <a:lvl1pPr>
              <a:defRPr/>
            </a:lvl1pPr>
          </a:lstStyle>
          <a:p>
            <a:r>
              <a:rPr lang="en-US"/>
              <a:t>Click to edit Master title style</a:t>
            </a:r>
          </a:p>
        </p:txBody>
      </p:sp>
      <p:sp>
        <p:nvSpPr>
          <p:cNvPr id="3" name="Text Placeholder 2"/>
          <p:cNvSpPr>
            <a:spLocks noGrp="1"/>
          </p:cNvSpPr>
          <p:nvPr>
            <p:ph type="body" idx="1"/>
          </p:nvPr>
        </p:nvSpPr>
        <p:spPr>
          <a:xfrm>
            <a:off x="457200" y="1151338"/>
            <a:ext cx="4040066" cy="479822"/>
          </a:xfrm>
        </p:spPr>
        <p:txBody>
          <a:bodyPr anchor="b"/>
          <a:lstStyle>
            <a:lvl1pPr marL="0" indent="0">
              <a:buNone/>
              <a:defRPr sz="2000" b="1"/>
            </a:lvl1pPr>
            <a:lvl2pPr marL="389538" indent="0">
              <a:buNone/>
              <a:defRPr sz="1700" b="1"/>
            </a:lvl2pPr>
            <a:lvl3pPr marL="779074" indent="0">
              <a:buNone/>
              <a:defRPr sz="1500" b="1"/>
            </a:lvl3pPr>
            <a:lvl4pPr marL="1168612" indent="0">
              <a:buNone/>
              <a:defRPr sz="1400" b="1"/>
            </a:lvl4pPr>
            <a:lvl5pPr marL="1558149" indent="0">
              <a:buNone/>
              <a:defRPr sz="1400" b="1"/>
            </a:lvl5pPr>
            <a:lvl6pPr marL="1947686" indent="0">
              <a:buNone/>
              <a:defRPr sz="1400" b="1"/>
            </a:lvl6pPr>
            <a:lvl7pPr marL="2337223" indent="0">
              <a:buNone/>
              <a:defRPr sz="1400" b="1"/>
            </a:lvl7pPr>
            <a:lvl8pPr marL="2726760" indent="0">
              <a:buNone/>
              <a:defRPr sz="1400" b="1"/>
            </a:lvl8pPr>
            <a:lvl9pPr marL="3116298" indent="0">
              <a:buNone/>
              <a:defRPr sz="1400" b="1"/>
            </a:lvl9pPr>
          </a:lstStyle>
          <a:p>
            <a:pPr lvl="0"/>
            <a:r>
              <a:rPr lang="en-US"/>
              <a:t>Click to edit Master text styles</a:t>
            </a:r>
          </a:p>
        </p:txBody>
      </p:sp>
      <p:sp>
        <p:nvSpPr>
          <p:cNvPr id="4" name="Content Placeholder 3"/>
          <p:cNvSpPr>
            <a:spLocks noGrp="1"/>
          </p:cNvSpPr>
          <p:nvPr>
            <p:ph sz="half" idx="2"/>
          </p:nvPr>
        </p:nvSpPr>
        <p:spPr>
          <a:xfrm>
            <a:off x="457200" y="1631156"/>
            <a:ext cx="4040066" cy="2963466"/>
          </a:xfrm>
        </p:spPr>
        <p:txBody>
          <a:bodyPr/>
          <a:lstStyle>
            <a:lvl1pPr>
              <a:defRPr sz="2000"/>
            </a:lvl1pPr>
            <a:lvl2pPr>
              <a:defRPr sz="17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273" y="1151338"/>
            <a:ext cx="4041531" cy="479822"/>
          </a:xfrm>
        </p:spPr>
        <p:txBody>
          <a:bodyPr anchor="b"/>
          <a:lstStyle>
            <a:lvl1pPr marL="0" indent="0">
              <a:buNone/>
              <a:defRPr sz="2000" b="1"/>
            </a:lvl1pPr>
            <a:lvl2pPr marL="389538" indent="0">
              <a:buNone/>
              <a:defRPr sz="1700" b="1"/>
            </a:lvl2pPr>
            <a:lvl3pPr marL="779074" indent="0">
              <a:buNone/>
              <a:defRPr sz="1500" b="1"/>
            </a:lvl3pPr>
            <a:lvl4pPr marL="1168612" indent="0">
              <a:buNone/>
              <a:defRPr sz="1400" b="1"/>
            </a:lvl4pPr>
            <a:lvl5pPr marL="1558149" indent="0">
              <a:buNone/>
              <a:defRPr sz="1400" b="1"/>
            </a:lvl5pPr>
            <a:lvl6pPr marL="1947686" indent="0">
              <a:buNone/>
              <a:defRPr sz="1400" b="1"/>
            </a:lvl6pPr>
            <a:lvl7pPr marL="2337223" indent="0">
              <a:buNone/>
              <a:defRPr sz="1400" b="1"/>
            </a:lvl7pPr>
            <a:lvl8pPr marL="2726760" indent="0">
              <a:buNone/>
              <a:defRPr sz="1400" b="1"/>
            </a:lvl8pPr>
            <a:lvl9pPr marL="3116298" indent="0">
              <a:buNone/>
              <a:defRPr sz="1400" b="1"/>
            </a:lvl9pPr>
          </a:lstStyle>
          <a:p>
            <a:pPr lvl="0"/>
            <a:r>
              <a:rPr lang="en-US"/>
              <a:t>Click to edit Master text styles</a:t>
            </a:r>
          </a:p>
        </p:txBody>
      </p:sp>
      <p:sp>
        <p:nvSpPr>
          <p:cNvPr id="6" name="Content Placeholder 5"/>
          <p:cNvSpPr>
            <a:spLocks noGrp="1"/>
          </p:cNvSpPr>
          <p:nvPr>
            <p:ph sz="quarter" idx="4"/>
          </p:nvPr>
        </p:nvSpPr>
        <p:spPr>
          <a:xfrm>
            <a:off x="4645273" y="1631156"/>
            <a:ext cx="4041531" cy="2963466"/>
          </a:xfrm>
        </p:spPr>
        <p:txBody>
          <a:bodyPr/>
          <a:lstStyle>
            <a:lvl1pPr>
              <a:defRPr sz="2000"/>
            </a:lvl1pPr>
            <a:lvl2pPr>
              <a:defRPr sz="17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25187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lIns="77907" tIns="38953" rIns="77907" bIns="38953"/>
          <a:lstStyle/>
          <a:p>
            <a:r>
              <a:rPr lang="en-US"/>
              <a:t>Click to edit Master title style</a:t>
            </a:r>
          </a:p>
        </p:txBody>
      </p:sp>
    </p:spTree>
    <p:extLst>
      <p:ext uri="{BB962C8B-B14F-4D97-AF65-F5344CB8AC3E}">
        <p14:creationId xmlns:p14="http://schemas.microsoft.com/office/powerpoint/2010/main" val="3171268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6590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90"/>
            <a:ext cx="3008435" cy="871538"/>
          </a:xfrm>
          <a:prstGeom prst="rect">
            <a:avLst/>
          </a:prstGeom>
        </p:spPr>
        <p:txBody>
          <a:bodyPr lIns="77907" tIns="38953" rIns="77907" bIns="38953" anchor="b"/>
          <a:lstStyle>
            <a:lvl1pPr algn="l">
              <a:defRPr sz="1700" b="1"/>
            </a:lvl1pPr>
          </a:lstStyle>
          <a:p>
            <a:r>
              <a:rPr lang="en-US"/>
              <a:t>Click to edit Master title style</a:t>
            </a:r>
          </a:p>
        </p:txBody>
      </p:sp>
      <p:sp>
        <p:nvSpPr>
          <p:cNvPr id="3" name="Content Placeholder 2"/>
          <p:cNvSpPr>
            <a:spLocks noGrp="1"/>
          </p:cNvSpPr>
          <p:nvPr>
            <p:ph idx="1"/>
          </p:nvPr>
        </p:nvSpPr>
        <p:spPr>
          <a:xfrm>
            <a:off x="3575538" y="204792"/>
            <a:ext cx="5111262" cy="4389835"/>
          </a:xfrm>
        </p:spPr>
        <p:txBody>
          <a:bodyPr/>
          <a:lstStyle>
            <a:lvl1pPr>
              <a:defRPr sz="27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8"/>
            <a:ext cx="3008435" cy="3518297"/>
          </a:xfrm>
        </p:spPr>
        <p:txBody>
          <a:bodyPr/>
          <a:lstStyle>
            <a:lvl1pPr marL="0" indent="0">
              <a:buNone/>
              <a:defRPr sz="1200"/>
            </a:lvl1pPr>
            <a:lvl2pPr marL="389538" indent="0">
              <a:buNone/>
              <a:defRPr sz="1000"/>
            </a:lvl2pPr>
            <a:lvl3pPr marL="779074" indent="0">
              <a:buNone/>
              <a:defRPr sz="900"/>
            </a:lvl3pPr>
            <a:lvl4pPr marL="1168612" indent="0">
              <a:buNone/>
              <a:defRPr sz="800"/>
            </a:lvl4pPr>
            <a:lvl5pPr marL="1558149" indent="0">
              <a:buNone/>
              <a:defRPr sz="800"/>
            </a:lvl5pPr>
            <a:lvl6pPr marL="1947686" indent="0">
              <a:buNone/>
              <a:defRPr sz="800"/>
            </a:lvl6pPr>
            <a:lvl7pPr marL="2337223" indent="0">
              <a:buNone/>
              <a:defRPr sz="800"/>
            </a:lvl7pPr>
            <a:lvl8pPr marL="2726760" indent="0">
              <a:buNone/>
              <a:defRPr sz="800"/>
            </a:lvl8pPr>
            <a:lvl9pPr marL="3116298" indent="0">
              <a:buNone/>
              <a:defRPr sz="800"/>
            </a:lvl9pPr>
          </a:lstStyle>
          <a:p>
            <a:pPr lvl="0"/>
            <a:r>
              <a:rPr lang="en-US"/>
              <a:t>Click to edit Master text styles</a:t>
            </a:r>
          </a:p>
        </p:txBody>
      </p:sp>
    </p:spTree>
    <p:extLst>
      <p:ext uri="{BB962C8B-B14F-4D97-AF65-F5344CB8AC3E}">
        <p14:creationId xmlns:p14="http://schemas.microsoft.com/office/powerpoint/2010/main" val="4141984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166" y="3600453"/>
            <a:ext cx="5486400" cy="425054"/>
          </a:xfrm>
          <a:prstGeom prst="rect">
            <a:avLst/>
          </a:prstGeom>
        </p:spPr>
        <p:txBody>
          <a:bodyPr lIns="77907" tIns="38953" rIns="77907" bIns="38953" anchor="b"/>
          <a:lstStyle>
            <a:lvl1pPr algn="l">
              <a:defRPr sz="1700" b="1"/>
            </a:lvl1pPr>
          </a:lstStyle>
          <a:p>
            <a:r>
              <a:rPr lang="en-US"/>
              <a:t>Click to edit Master title style</a:t>
            </a:r>
          </a:p>
        </p:txBody>
      </p:sp>
      <p:sp>
        <p:nvSpPr>
          <p:cNvPr id="3" name="Picture Placeholder 2"/>
          <p:cNvSpPr>
            <a:spLocks noGrp="1"/>
          </p:cNvSpPr>
          <p:nvPr>
            <p:ph type="pic" idx="1"/>
          </p:nvPr>
        </p:nvSpPr>
        <p:spPr>
          <a:xfrm>
            <a:off x="1792166" y="459581"/>
            <a:ext cx="5486400" cy="3086100"/>
          </a:xfrm>
        </p:spPr>
        <p:txBody>
          <a:bodyPr/>
          <a:lstStyle>
            <a:lvl1pPr marL="0" indent="0">
              <a:buNone/>
              <a:defRPr sz="2700"/>
            </a:lvl1pPr>
            <a:lvl2pPr marL="389538" indent="0">
              <a:buNone/>
              <a:defRPr sz="2400"/>
            </a:lvl2pPr>
            <a:lvl3pPr marL="779074" indent="0">
              <a:buNone/>
              <a:defRPr sz="2000"/>
            </a:lvl3pPr>
            <a:lvl4pPr marL="1168612" indent="0">
              <a:buNone/>
              <a:defRPr sz="1700"/>
            </a:lvl4pPr>
            <a:lvl5pPr marL="1558149" indent="0">
              <a:buNone/>
              <a:defRPr sz="1700"/>
            </a:lvl5pPr>
            <a:lvl6pPr marL="1947686" indent="0">
              <a:buNone/>
              <a:defRPr sz="1700"/>
            </a:lvl6pPr>
            <a:lvl7pPr marL="2337223" indent="0">
              <a:buNone/>
              <a:defRPr sz="1700"/>
            </a:lvl7pPr>
            <a:lvl8pPr marL="2726760" indent="0">
              <a:buNone/>
              <a:defRPr sz="1700"/>
            </a:lvl8pPr>
            <a:lvl9pPr marL="3116298" indent="0">
              <a:buNone/>
              <a:defRPr sz="1700"/>
            </a:lvl9pPr>
          </a:lstStyle>
          <a:p>
            <a:pPr lvl="0"/>
            <a:endParaRPr lang="en-US" noProof="0"/>
          </a:p>
        </p:txBody>
      </p:sp>
      <p:sp>
        <p:nvSpPr>
          <p:cNvPr id="4" name="Text Placeholder 3"/>
          <p:cNvSpPr>
            <a:spLocks noGrp="1"/>
          </p:cNvSpPr>
          <p:nvPr>
            <p:ph type="body" sz="half" idx="2"/>
          </p:nvPr>
        </p:nvSpPr>
        <p:spPr>
          <a:xfrm>
            <a:off x="1792166" y="4025507"/>
            <a:ext cx="5486400" cy="603647"/>
          </a:xfrm>
        </p:spPr>
        <p:txBody>
          <a:bodyPr/>
          <a:lstStyle>
            <a:lvl1pPr marL="0" indent="0">
              <a:buNone/>
              <a:defRPr sz="1200"/>
            </a:lvl1pPr>
            <a:lvl2pPr marL="389538" indent="0">
              <a:buNone/>
              <a:defRPr sz="1000"/>
            </a:lvl2pPr>
            <a:lvl3pPr marL="779074" indent="0">
              <a:buNone/>
              <a:defRPr sz="900"/>
            </a:lvl3pPr>
            <a:lvl4pPr marL="1168612" indent="0">
              <a:buNone/>
              <a:defRPr sz="800"/>
            </a:lvl4pPr>
            <a:lvl5pPr marL="1558149" indent="0">
              <a:buNone/>
              <a:defRPr sz="800"/>
            </a:lvl5pPr>
            <a:lvl6pPr marL="1947686" indent="0">
              <a:buNone/>
              <a:defRPr sz="800"/>
            </a:lvl6pPr>
            <a:lvl7pPr marL="2337223" indent="0">
              <a:buNone/>
              <a:defRPr sz="800"/>
            </a:lvl7pPr>
            <a:lvl8pPr marL="2726760" indent="0">
              <a:buNone/>
              <a:defRPr sz="800"/>
            </a:lvl8pPr>
            <a:lvl9pPr marL="3116298" indent="0">
              <a:buNone/>
              <a:defRPr sz="800"/>
            </a:lvl9pPr>
          </a:lstStyle>
          <a:p>
            <a:pPr lvl="0"/>
            <a:r>
              <a:rPr lang="en-US"/>
              <a:t>Click to edit Master text styles</a:t>
            </a:r>
          </a:p>
        </p:txBody>
      </p:sp>
    </p:spTree>
    <p:extLst>
      <p:ext uri="{BB962C8B-B14F-4D97-AF65-F5344CB8AC3E}">
        <p14:creationId xmlns:p14="http://schemas.microsoft.com/office/powerpoint/2010/main" val="2507353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lIns="77907" tIns="38953" rIns="77907" bIns="38953"/>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9462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75938" y="205982"/>
            <a:ext cx="2176097" cy="4473178"/>
          </a:xfrm>
          <a:prstGeom prst="rect">
            <a:avLst/>
          </a:prstGeom>
        </p:spPr>
        <p:txBody>
          <a:bodyPr vert="eaVert" lIns="77907" tIns="38953" rIns="77907" bIns="38953"/>
          <a:lstStyle/>
          <a:p>
            <a:r>
              <a:rPr lang="en-US"/>
              <a:t>Click to edit Master title style</a:t>
            </a:r>
          </a:p>
        </p:txBody>
      </p:sp>
      <p:sp>
        <p:nvSpPr>
          <p:cNvPr id="3" name="Vertical Text Placeholder 2"/>
          <p:cNvSpPr>
            <a:spLocks noGrp="1"/>
          </p:cNvSpPr>
          <p:nvPr>
            <p:ph type="body" orient="vert" idx="1"/>
          </p:nvPr>
        </p:nvSpPr>
        <p:spPr>
          <a:xfrm>
            <a:off x="243254" y="205982"/>
            <a:ext cx="6392008" cy="447317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030173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lIns="77907" tIns="38953" rIns="77907" bIns="38953"/>
          <a:lstStyle/>
          <a:p>
            <a:r>
              <a:rPr lang="en-US"/>
              <a:t>Click to edit Master title style</a:t>
            </a:r>
          </a:p>
        </p:txBody>
      </p:sp>
      <p:sp>
        <p:nvSpPr>
          <p:cNvPr id="3" name="Text Placeholder 2"/>
          <p:cNvSpPr>
            <a:spLocks noGrp="1"/>
          </p:cNvSpPr>
          <p:nvPr>
            <p:ph type="body" sz="half" idx="1"/>
          </p:nvPr>
        </p:nvSpPr>
        <p:spPr>
          <a:xfrm>
            <a:off x="243254" y="760814"/>
            <a:ext cx="4283320" cy="39183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4667250" y="760814"/>
            <a:ext cx="4284785" cy="3918347"/>
          </a:xfrm>
        </p:spPr>
        <p:txBody>
          <a:bodyPr/>
          <a:lstStyle/>
          <a:p>
            <a:pPr lvl="0"/>
            <a:endParaRPr lang="en-US" noProof="0"/>
          </a:p>
        </p:txBody>
      </p:sp>
    </p:spTree>
    <p:extLst>
      <p:ext uri="{BB962C8B-B14F-4D97-AF65-F5344CB8AC3E}">
        <p14:creationId xmlns:p14="http://schemas.microsoft.com/office/powerpoint/2010/main" val="2645230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lIns="77907" tIns="38953" rIns="77907" bIns="38953"/>
          <a:lstStyle/>
          <a:p>
            <a:r>
              <a:rPr lang="en-US"/>
              <a:t>Click to edit Master title style</a:t>
            </a:r>
          </a:p>
        </p:txBody>
      </p:sp>
      <p:sp>
        <p:nvSpPr>
          <p:cNvPr id="3" name="Text Placeholder 2"/>
          <p:cNvSpPr>
            <a:spLocks noGrp="1"/>
          </p:cNvSpPr>
          <p:nvPr>
            <p:ph type="body" sz="half" idx="1"/>
          </p:nvPr>
        </p:nvSpPr>
        <p:spPr>
          <a:xfrm>
            <a:off x="243254" y="760814"/>
            <a:ext cx="4283320" cy="39183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67250" y="760814"/>
            <a:ext cx="4284785" cy="39183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82797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lIns="77907" tIns="38953" rIns="77907" bIns="38953"/>
          <a:lstStyle/>
          <a:p>
            <a:r>
              <a:rPr lang="en-US"/>
              <a:t>Click to edit Master title style</a:t>
            </a:r>
          </a:p>
        </p:txBody>
      </p:sp>
      <p:sp>
        <p:nvSpPr>
          <p:cNvPr id="3" name="Text Placeholder 2"/>
          <p:cNvSpPr>
            <a:spLocks noGrp="1"/>
          </p:cNvSpPr>
          <p:nvPr>
            <p:ph type="body" sz="half" idx="1"/>
          </p:nvPr>
        </p:nvSpPr>
        <p:spPr>
          <a:xfrm>
            <a:off x="243254" y="760814"/>
            <a:ext cx="4283320" cy="39183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67250" y="760812"/>
            <a:ext cx="4284785" cy="19014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67250" y="2776542"/>
            <a:ext cx="4284785" cy="19026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91930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43254" y="760810"/>
            <a:ext cx="8708781" cy="3918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7907" tIns="38953" rIns="77907" bIns="38953"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34"/>
          <p:cNvSpPr>
            <a:spLocks noChangeArrowheads="1"/>
          </p:cNvSpPr>
          <p:nvPr userDrawn="1"/>
        </p:nvSpPr>
        <p:spPr bwMode="auto">
          <a:xfrm>
            <a:off x="0" y="4885135"/>
            <a:ext cx="9144000" cy="258365"/>
          </a:xfrm>
          <a:prstGeom prst="rect">
            <a:avLst/>
          </a:prstGeom>
          <a:solidFill>
            <a:srgbClr val="000099"/>
          </a:solidFill>
          <a:ln w="9525">
            <a:solidFill>
              <a:schemeClr val="tx1"/>
            </a:solidFill>
            <a:miter lim="800000"/>
            <a:headEnd/>
            <a:tailEnd/>
          </a:ln>
        </p:spPr>
        <p:txBody>
          <a:bodyPr wrap="none" lIns="77907" tIns="38953" rIns="77907" bIns="38953" anchor="ctr"/>
          <a:lstStyle/>
          <a:p>
            <a:endParaRPr lang="en-US"/>
          </a:p>
        </p:txBody>
      </p:sp>
      <p:sp>
        <p:nvSpPr>
          <p:cNvPr id="1029" name="Text Box 35"/>
          <p:cNvSpPr txBox="1">
            <a:spLocks noChangeArrowheads="1"/>
          </p:cNvSpPr>
          <p:nvPr userDrawn="1"/>
        </p:nvSpPr>
        <p:spPr bwMode="auto">
          <a:xfrm>
            <a:off x="79131" y="4899423"/>
            <a:ext cx="8398120" cy="217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907" tIns="38953" rIns="77907" bIns="38953">
            <a:spAutoFit/>
          </a:bodyPr>
          <a:lstStyle>
            <a:lvl1pPr eaLnBrk="0" hangingPunct="0">
              <a:defRPr sz="2400" b="1">
                <a:solidFill>
                  <a:schemeClr val="tx1"/>
                </a:solidFill>
                <a:latin typeface="Times New Roman" pitchFamily="18" charset="0"/>
                <a:cs typeface="Arial" charset="0"/>
              </a:defRPr>
            </a:lvl1pPr>
            <a:lvl2pPr marL="742950" indent="-285750" eaLnBrk="0" hangingPunct="0">
              <a:defRPr sz="2400" b="1">
                <a:solidFill>
                  <a:schemeClr val="tx1"/>
                </a:solidFill>
                <a:latin typeface="Times New Roman" pitchFamily="18" charset="0"/>
                <a:cs typeface="Arial" charset="0"/>
              </a:defRPr>
            </a:lvl2pPr>
            <a:lvl3pPr marL="1143000" indent="-228600" eaLnBrk="0" hangingPunct="0">
              <a:defRPr sz="2400" b="1">
                <a:solidFill>
                  <a:schemeClr val="tx1"/>
                </a:solidFill>
                <a:latin typeface="Times New Roman" pitchFamily="18" charset="0"/>
                <a:cs typeface="Arial" charset="0"/>
              </a:defRPr>
            </a:lvl3pPr>
            <a:lvl4pPr marL="1600200" indent="-228600" eaLnBrk="0" hangingPunct="0">
              <a:defRPr sz="2400" b="1">
                <a:solidFill>
                  <a:schemeClr val="tx1"/>
                </a:solidFill>
                <a:latin typeface="Times New Roman" pitchFamily="18" charset="0"/>
                <a:cs typeface="Arial" charset="0"/>
              </a:defRPr>
            </a:lvl4pPr>
            <a:lvl5pPr marL="2057400" indent="-228600" eaLnBrk="0" hangingPunct="0">
              <a:defRPr sz="2400" b="1">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b="1">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b="1">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b="1">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b="1">
                <a:solidFill>
                  <a:schemeClr val="tx1"/>
                </a:solidFill>
                <a:latin typeface="Times New Roman" pitchFamily="18" charset="0"/>
                <a:cs typeface="Arial" charset="0"/>
              </a:defRPr>
            </a:lvl9pPr>
          </a:lstStyle>
          <a:p>
            <a:pPr eaLnBrk="1" hangingPunct="1">
              <a:spcBef>
                <a:spcPct val="50000"/>
              </a:spcBef>
              <a:defRPr/>
            </a:pPr>
            <a:r>
              <a:rPr lang="en-US" sz="900" dirty="0">
                <a:solidFill>
                  <a:schemeClr val="bg1"/>
                </a:solidFill>
                <a:latin typeface="Arial" charset="0"/>
              </a:rPr>
              <a:t>© </a:t>
            </a:r>
            <a:r>
              <a:rPr lang="en-US" sz="900" dirty="0" err="1">
                <a:solidFill>
                  <a:schemeClr val="bg1"/>
                </a:solidFill>
                <a:latin typeface="Arial" charset="0"/>
              </a:rPr>
              <a:t>Bharati</a:t>
            </a:r>
            <a:r>
              <a:rPr lang="en-US" sz="900" dirty="0">
                <a:solidFill>
                  <a:schemeClr val="bg1"/>
                </a:solidFill>
                <a:latin typeface="Arial" charset="0"/>
              </a:rPr>
              <a:t> </a:t>
            </a:r>
            <a:r>
              <a:rPr lang="en-US" sz="900" dirty="0" err="1">
                <a:solidFill>
                  <a:schemeClr val="bg1"/>
                </a:solidFill>
                <a:latin typeface="Arial" charset="0"/>
              </a:rPr>
              <a:t>Vidyapeeth’s</a:t>
            </a:r>
            <a:r>
              <a:rPr lang="en-US" sz="900" dirty="0">
                <a:solidFill>
                  <a:schemeClr val="bg1"/>
                </a:solidFill>
                <a:latin typeface="Arial" charset="0"/>
              </a:rPr>
              <a:t> Institute of Computer Applications and Management, New Delhi-63</a:t>
            </a:r>
          </a:p>
        </p:txBody>
      </p:sp>
      <p:sp>
        <p:nvSpPr>
          <p:cNvPr id="1030" name="Text Box 36"/>
          <p:cNvSpPr txBox="1">
            <a:spLocks noChangeArrowheads="1"/>
          </p:cNvSpPr>
          <p:nvPr userDrawn="1"/>
        </p:nvSpPr>
        <p:spPr bwMode="auto">
          <a:xfrm>
            <a:off x="8355623" y="4898231"/>
            <a:ext cx="756138" cy="215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907" tIns="38953" rIns="77907" bIns="38953" anchor="ctr"/>
          <a:lstStyle>
            <a:lvl1pPr eaLnBrk="0" hangingPunct="0">
              <a:defRPr sz="2400" b="1">
                <a:solidFill>
                  <a:schemeClr val="tx1"/>
                </a:solidFill>
                <a:latin typeface="Times New Roman" pitchFamily="18" charset="0"/>
                <a:cs typeface="Arial" charset="0"/>
              </a:defRPr>
            </a:lvl1pPr>
            <a:lvl2pPr marL="742950" indent="-285750" eaLnBrk="0" hangingPunct="0">
              <a:defRPr sz="2400" b="1">
                <a:solidFill>
                  <a:schemeClr val="tx1"/>
                </a:solidFill>
                <a:latin typeface="Times New Roman" pitchFamily="18" charset="0"/>
                <a:cs typeface="Arial" charset="0"/>
              </a:defRPr>
            </a:lvl2pPr>
            <a:lvl3pPr marL="1143000" indent="-228600" eaLnBrk="0" hangingPunct="0">
              <a:defRPr sz="2400" b="1">
                <a:solidFill>
                  <a:schemeClr val="tx1"/>
                </a:solidFill>
                <a:latin typeface="Times New Roman" pitchFamily="18" charset="0"/>
                <a:cs typeface="Arial" charset="0"/>
              </a:defRPr>
            </a:lvl3pPr>
            <a:lvl4pPr marL="1600200" indent="-228600" eaLnBrk="0" hangingPunct="0">
              <a:defRPr sz="2400" b="1">
                <a:solidFill>
                  <a:schemeClr val="tx1"/>
                </a:solidFill>
                <a:latin typeface="Times New Roman" pitchFamily="18" charset="0"/>
                <a:cs typeface="Arial" charset="0"/>
              </a:defRPr>
            </a:lvl4pPr>
            <a:lvl5pPr marL="2057400" indent="-228600" eaLnBrk="0" hangingPunct="0">
              <a:defRPr sz="2400" b="1">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b="1">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b="1">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b="1">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b="1">
                <a:solidFill>
                  <a:schemeClr val="tx1"/>
                </a:solidFill>
                <a:latin typeface="Times New Roman" pitchFamily="18" charset="0"/>
                <a:cs typeface="Arial" charset="0"/>
              </a:defRPr>
            </a:lvl9pPr>
          </a:lstStyle>
          <a:p>
            <a:pPr algn="r">
              <a:spcBef>
                <a:spcPct val="50000"/>
              </a:spcBef>
              <a:defRPr/>
            </a:pPr>
            <a:r>
              <a:rPr lang="en-US" sz="900" dirty="0">
                <a:solidFill>
                  <a:schemeClr val="bg1"/>
                </a:solidFill>
                <a:latin typeface="Arial" charset="0"/>
              </a:rPr>
              <a:t>        </a:t>
            </a:r>
            <a:fld id="{7BC114B6-CE80-4BD5-993F-F40388ADC9E8}" type="slidenum">
              <a:rPr lang="en-US" sz="900" smtClean="0">
                <a:solidFill>
                  <a:schemeClr val="bg1"/>
                </a:solidFill>
                <a:latin typeface="Arial" charset="0"/>
              </a:rPr>
              <a:pPr algn="r">
                <a:spcBef>
                  <a:spcPct val="50000"/>
                </a:spcBef>
                <a:defRPr/>
              </a:pPr>
              <a:t>‹#›</a:t>
            </a:fld>
            <a:endParaRPr lang="en-US" sz="900" dirty="0">
              <a:solidFill>
                <a:schemeClr val="bg1"/>
              </a:solidFill>
              <a:latin typeface="Arial" charset="0"/>
            </a:endParaRPr>
          </a:p>
        </p:txBody>
      </p:sp>
      <p:sp>
        <p:nvSpPr>
          <p:cNvPr id="1031" name="Text Box 37"/>
          <p:cNvSpPr txBox="1">
            <a:spLocks noChangeArrowheads="1"/>
          </p:cNvSpPr>
          <p:nvPr userDrawn="1"/>
        </p:nvSpPr>
        <p:spPr bwMode="auto">
          <a:xfrm>
            <a:off x="1613388" y="840582"/>
            <a:ext cx="7413381" cy="447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907" tIns="38953" rIns="77907" bIns="38953">
            <a:spAutoFit/>
          </a:bodyPr>
          <a:lstStyle>
            <a:lvl1pPr eaLnBrk="0" hangingPunct="0">
              <a:defRPr sz="2400" b="1">
                <a:solidFill>
                  <a:schemeClr val="tx1"/>
                </a:solidFill>
                <a:latin typeface="Times New Roman" pitchFamily="18" charset="0"/>
                <a:cs typeface="Arial" charset="0"/>
              </a:defRPr>
            </a:lvl1pPr>
            <a:lvl2pPr marL="742950" indent="-285750" eaLnBrk="0" hangingPunct="0">
              <a:defRPr sz="2400" b="1">
                <a:solidFill>
                  <a:schemeClr val="tx1"/>
                </a:solidFill>
                <a:latin typeface="Times New Roman" pitchFamily="18" charset="0"/>
                <a:cs typeface="Arial" charset="0"/>
              </a:defRPr>
            </a:lvl2pPr>
            <a:lvl3pPr marL="1143000" indent="-228600" eaLnBrk="0" hangingPunct="0">
              <a:defRPr sz="2400" b="1">
                <a:solidFill>
                  <a:schemeClr val="tx1"/>
                </a:solidFill>
                <a:latin typeface="Times New Roman" pitchFamily="18" charset="0"/>
                <a:cs typeface="Arial" charset="0"/>
              </a:defRPr>
            </a:lvl3pPr>
            <a:lvl4pPr marL="1600200" indent="-228600" eaLnBrk="0" hangingPunct="0">
              <a:defRPr sz="2400" b="1">
                <a:solidFill>
                  <a:schemeClr val="tx1"/>
                </a:solidFill>
                <a:latin typeface="Times New Roman" pitchFamily="18" charset="0"/>
                <a:cs typeface="Arial" charset="0"/>
              </a:defRPr>
            </a:lvl4pPr>
            <a:lvl5pPr marL="2057400" indent="-228600" eaLnBrk="0" hangingPunct="0">
              <a:defRPr sz="2400" b="1">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b="1">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b="1">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b="1">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b="1">
                <a:solidFill>
                  <a:schemeClr val="tx1"/>
                </a:solidFill>
                <a:latin typeface="Times New Roman" pitchFamily="18" charset="0"/>
                <a:cs typeface="Arial" charset="0"/>
              </a:defRPr>
            </a:lvl9pPr>
          </a:lstStyle>
          <a:p>
            <a:pPr eaLnBrk="1" hangingPunct="1">
              <a:spcBef>
                <a:spcPct val="50000"/>
              </a:spcBef>
              <a:defRPr/>
            </a:pPr>
            <a:endParaRPr lang="en-IN" b="0"/>
          </a:p>
        </p:txBody>
      </p:sp>
      <p:sp>
        <p:nvSpPr>
          <p:cNvPr id="1032" name="Rectangle 40"/>
          <p:cNvSpPr>
            <a:spLocks noChangeArrowheads="1"/>
          </p:cNvSpPr>
          <p:nvPr userDrawn="1"/>
        </p:nvSpPr>
        <p:spPr bwMode="auto">
          <a:xfrm>
            <a:off x="0" y="520303"/>
            <a:ext cx="9144000" cy="108347"/>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7907" tIns="38953" rIns="77907" bIns="38953" anchor="ctr"/>
          <a:lstStyle/>
          <a:p>
            <a:endParaRPr lang="en-US"/>
          </a:p>
        </p:txBody>
      </p:sp>
      <p:sp>
        <p:nvSpPr>
          <p:cNvPr id="1033" name="Rectangle 41"/>
          <p:cNvSpPr>
            <a:spLocks noChangeArrowheads="1"/>
          </p:cNvSpPr>
          <p:nvPr userDrawn="1"/>
        </p:nvSpPr>
        <p:spPr bwMode="auto">
          <a:xfrm>
            <a:off x="0" y="631032"/>
            <a:ext cx="9144000" cy="3214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7907" tIns="38953" rIns="77907" bIns="38953" anchor="ctr"/>
          <a:lstStyle/>
          <a:p>
            <a:endParaRPr lang="en-US"/>
          </a:p>
        </p:txBody>
      </p:sp>
      <p:sp>
        <p:nvSpPr>
          <p:cNvPr id="1034" name="Rectangle 43"/>
          <p:cNvSpPr>
            <a:spLocks noChangeArrowheads="1"/>
          </p:cNvSpPr>
          <p:nvPr userDrawn="1"/>
        </p:nvSpPr>
        <p:spPr bwMode="auto">
          <a:xfrm>
            <a:off x="1496158" y="0"/>
            <a:ext cx="7647842" cy="522685"/>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7907" tIns="38953" rIns="77907" bIns="38953" anchor="ctr"/>
          <a:lstStyle/>
          <a:p>
            <a:pPr algn="ctr"/>
            <a:endParaRPr lang="en-IN" b="0">
              <a:solidFill>
                <a:srgbClr val="FEF800"/>
              </a:solidFill>
            </a:endParaRPr>
          </a:p>
        </p:txBody>
      </p:sp>
      <p:sp>
        <p:nvSpPr>
          <p:cNvPr id="1036" name="Rectangle 45"/>
          <p:cNvSpPr>
            <a:spLocks noChangeArrowheads="1"/>
          </p:cNvSpPr>
          <p:nvPr userDrawn="1"/>
        </p:nvSpPr>
        <p:spPr bwMode="auto">
          <a:xfrm>
            <a:off x="1333500" y="0"/>
            <a:ext cx="7810500" cy="522685"/>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7907" tIns="38953" rIns="77907" bIns="38953" anchor="ctr"/>
          <a:lstStyle/>
          <a:p>
            <a:pPr algn="ctr"/>
            <a:endParaRPr lang="en-IN" b="0">
              <a:solidFill>
                <a:srgbClr val="FEF800"/>
              </a:solidFill>
            </a:endParaRPr>
          </a:p>
        </p:txBody>
      </p:sp>
      <p:sp>
        <p:nvSpPr>
          <p:cNvPr id="1037" name="Rectangle 46"/>
          <p:cNvSpPr>
            <a:spLocks noChangeArrowheads="1"/>
          </p:cNvSpPr>
          <p:nvPr userDrawn="1"/>
        </p:nvSpPr>
        <p:spPr bwMode="auto">
          <a:xfrm>
            <a:off x="0" y="520303"/>
            <a:ext cx="9144000" cy="108347"/>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7907" tIns="38953" rIns="77907" bIns="38953" anchor="ctr"/>
          <a:lstStyle/>
          <a:p>
            <a:endParaRPr lang="en-US"/>
          </a:p>
        </p:txBody>
      </p:sp>
      <p:sp>
        <p:nvSpPr>
          <p:cNvPr id="1039" name="Rectangle 48"/>
          <p:cNvSpPr>
            <a:spLocks noChangeArrowheads="1"/>
          </p:cNvSpPr>
          <p:nvPr userDrawn="1"/>
        </p:nvSpPr>
        <p:spPr bwMode="auto">
          <a:xfrm>
            <a:off x="0" y="574476"/>
            <a:ext cx="9144000" cy="54174"/>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7907" tIns="38953" rIns="77907" bIns="38953" anchor="ctr"/>
          <a:lstStyle/>
          <a:p>
            <a:endParaRPr lang="en-US"/>
          </a:p>
        </p:txBody>
      </p:sp>
      <p:pic>
        <p:nvPicPr>
          <p:cNvPr id="1042" name="Picture 51"/>
          <p:cNvPicPr>
            <a:picLocks noChangeAspect="1" noChangeArrowheads="1"/>
          </p:cNvPicPr>
          <p:nvPr userDrawn="1"/>
        </p:nvPicPr>
        <p:blipFill>
          <a:blip r:embed="rId16" cstate="print">
            <a:extLst>
              <a:ext uri="{28A0092B-C50C-407E-A947-70E740481C1C}">
                <a14:useLocalDpi xmlns:a14="http://schemas.microsoft.com/office/drawing/2010/main"/>
              </a:ext>
            </a:extLst>
          </a:blip>
          <a:stretch>
            <a:fillRect/>
          </a:stretch>
        </p:blipFill>
        <p:spPr bwMode="auto">
          <a:xfrm>
            <a:off x="75970" y="10217"/>
            <a:ext cx="1190855" cy="48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693" r:id="rId1"/>
    <p:sldLayoutId id="2147484694" r:id="rId2"/>
    <p:sldLayoutId id="2147484681" r:id="rId3"/>
    <p:sldLayoutId id="2147484682" r:id="rId4"/>
    <p:sldLayoutId id="2147484683" r:id="rId5"/>
    <p:sldLayoutId id="2147484684" r:id="rId6"/>
    <p:sldLayoutId id="2147484685" r:id="rId7"/>
    <p:sldLayoutId id="2147484686" r:id="rId8"/>
    <p:sldLayoutId id="2147484687" r:id="rId9"/>
    <p:sldLayoutId id="2147484688" r:id="rId10"/>
    <p:sldLayoutId id="2147484689" r:id="rId11"/>
    <p:sldLayoutId id="2147484690" r:id="rId12"/>
    <p:sldLayoutId id="2147484691" r:id="rId13"/>
    <p:sldLayoutId id="2147484692" r:id="rId14"/>
  </p:sldLayoutIdLst>
  <p:hf hdr="0" ftr="0" dt="0"/>
  <p:txStyles>
    <p:titleStyle>
      <a:lvl1pPr algn="ctr" rtl="0" eaLnBrk="0" fontAlgn="base" hangingPunct="0">
        <a:spcBef>
          <a:spcPct val="0"/>
        </a:spcBef>
        <a:spcAft>
          <a:spcPct val="0"/>
        </a:spcAft>
        <a:defRPr sz="3700">
          <a:solidFill>
            <a:schemeClr val="tx2"/>
          </a:solidFill>
          <a:latin typeface="+mj-lt"/>
          <a:ea typeface="+mj-ea"/>
          <a:cs typeface="+mj-cs"/>
        </a:defRPr>
      </a:lvl1pPr>
      <a:lvl2pPr algn="ctr" rtl="0" eaLnBrk="0" fontAlgn="base" hangingPunct="0">
        <a:spcBef>
          <a:spcPct val="0"/>
        </a:spcBef>
        <a:spcAft>
          <a:spcPct val="0"/>
        </a:spcAft>
        <a:defRPr sz="3700">
          <a:solidFill>
            <a:schemeClr val="tx2"/>
          </a:solidFill>
          <a:latin typeface="Times New Roman" pitchFamily="18" charset="0"/>
        </a:defRPr>
      </a:lvl2pPr>
      <a:lvl3pPr algn="ctr" rtl="0" eaLnBrk="0" fontAlgn="base" hangingPunct="0">
        <a:spcBef>
          <a:spcPct val="0"/>
        </a:spcBef>
        <a:spcAft>
          <a:spcPct val="0"/>
        </a:spcAft>
        <a:defRPr sz="3700">
          <a:solidFill>
            <a:schemeClr val="tx2"/>
          </a:solidFill>
          <a:latin typeface="Times New Roman" pitchFamily="18" charset="0"/>
        </a:defRPr>
      </a:lvl3pPr>
      <a:lvl4pPr algn="ctr" rtl="0" eaLnBrk="0" fontAlgn="base" hangingPunct="0">
        <a:spcBef>
          <a:spcPct val="0"/>
        </a:spcBef>
        <a:spcAft>
          <a:spcPct val="0"/>
        </a:spcAft>
        <a:defRPr sz="3700">
          <a:solidFill>
            <a:schemeClr val="tx2"/>
          </a:solidFill>
          <a:latin typeface="Times New Roman" pitchFamily="18" charset="0"/>
        </a:defRPr>
      </a:lvl4pPr>
      <a:lvl5pPr algn="ctr" rtl="0" eaLnBrk="0" fontAlgn="base" hangingPunct="0">
        <a:spcBef>
          <a:spcPct val="0"/>
        </a:spcBef>
        <a:spcAft>
          <a:spcPct val="0"/>
        </a:spcAft>
        <a:defRPr sz="3700">
          <a:solidFill>
            <a:schemeClr val="tx2"/>
          </a:solidFill>
          <a:latin typeface="Times New Roman" pitchFamily="18" charset="0"/>
        </a:defRPr>
      </a:lvl5pPr>
      <a:lvl6pPr marL="389538" algn="ctr" rtl="0" fontAlgn="base">
        <a:spcBef>
          <a:spcPct val="0"/>
        </a:spcBef>
        <a:spcAft>
          <a:spcPct val="0"/>
        </a:spcAft>
        <a:defRPr sz="3700">
          <a:solidFill>
            <a:schemeClr val="tx2"/>
          </a:solidFill>
          <a:latin typeface="Times New Roman" pitchFamily="18" charset="0"/>
        </a:defRPr>
      </a:lvl6pPr>
      <a:lvl7pPr marL="779074" algn="ctr" rtl="0" fontAlgn="base">
        <a:spcBef>
          <a:spcPct val="0"/>
        </a:spcBef>
        <a:spcAft>
          <a:spcPct val="0"/>
        </a:spcAft>
        <a:defRPr sz="3700">
          <a:solidFill>
            <a:schemeClr val="tx2"/>
          </a:solidFill>
          <a:latin typeface="Times New Roman" pitchFamily="18" charset="0"/>
        </a:defRPr>
      </a:lvl7pPr>
      <a:lvl8pPr marL="1168612" algn="ctr" rtl="0" fontAlgn="base">
        <a:spcBef>
          <a:spcPct val="0"/>
        </a:spcBef>
        <a:spcAft>
          <a:spcPct val="0"/>
        </a:spcAft>
        <a:defRPr sz="3700">
          <a:solidFill>
            <a:schemeClr val="tx2"/>
          </a:solidFill>
          <a:latin typeface="Times New Roman" pitchFamily="18" charset="0"/>
        </a:defRPr>
      </a:lvl8pPr>
      <a:lvl9pPr marL="1558149" algn="ctr" rtl="0" fontAlgn="base">
        <a:spcBef>
          <a:spcPct val="0"/>
        </a:spcBef>
        <a:spcAft>
          <a:spcPct val="0"/>
        </a:spcAft>
        <a:defRPr sz="3700">
          <a:solidFill>
            <a:schemeClr val="tx2"/>
          </a:solidFill>
          <a:latin typeface="Times New Roman" pitchFamily="18" charset="0"/>
        </a:defRPr>
      </a:lvl9pPr>
    </p:titleStyle>
    <p:bodyStyle>
      <a:lvl1pPr marL="290867" indent="-290867" algn="l" rtl="0" eaLnBrk="0" fontAlgn="base" hangingPunct="0">
        <a:spcBef>
          <a:spcPct val="20000"/>
        </a:spcBef>
        <a:spcAft>
          <a:spcPct val="0"/>
        </a:spcAft>
        <a:buChar char="•"/>
        <a:defRPr sz="2400">
          <a:solidFill>
            <a:schemeClr val="tx1"/>
          </a:solidFill>
          <a:latin typeface="+mn-lt"/>
          <a:ea typeface="+mn-ea"/>
          <a:cs typeface="+mn-cs"/>
        </a:defRPr>
      </a:lvl1pPr>
      <a:lvl2pPr marL="631790" indent="-242164" algn="l" rtl="0" eaLnBrk="0" fontAlgn="base" hangingPunct="0">
        <a:spcBef>
          <a:spcPct val="20000"/>
        </a:spcBef>
        <a:spcAft>
          <a:spcPct val="0"/>
        </a:spcAft>
        <a:buClr>
          <a:schemeClr val="tx1"/>
        </a:buClr>
        <a:buFont typeface="Wingdings" pitchFamily="2" charset="2"/>
        <a:buChar char="§"/>
        <a:defRPr sz="2000">
          <a:solidFill>
            <a:schemeClr val="tx1"/>
          </a:solidFill>
          <a:latin typeface="+mn-lt"/>
          <a:cs typeface="+mn-cs"/>
        </a:defRPr>
      </a:lvl2pPr>
      <a:lvl3pPr marL="972712" indent="-193460" algn="l" rtl="0" eaLnBrk="0" fontAlgn="base" hangingPunct="0">
        <a:spcBef>
          <a:spcPct val="20000"/>
        </a:spcBef>
        <a:spcAft>
          <a:spcPct val="0"/>
        </a:spcAft>
        <a:buClr>
          <a:schemeClr val="tx1"/>
        </a:buClr>
        <a:buFont typeface="Wingdings" pitchFamily="2" charset="2"/>
        <a:buChar char="ü"/>
        <a:defRPr sz="1900">
          <a:solidFill>
            <a:srgbClr val="993300"/>
          </a:solidFill>
          <a:latin typeface="+mn-lt"/>
          <a:cs typeface="+mn-cs"/>
        </a:defRPr>
      </a:lvl3pPr>
      <a:lvl4pPr marL="1362338" indent="-193460" algn="l" rtl="0" eaLnBrk="0" fontAlgn="base" hangingPunct="0">
        <a:spcBef>
          <a:spcPct val="20000"/>
        </a:spcBef>
        <a:spcAft>
          <a:spcPct val="0"/>
        </a:spcAft>
        <a:buBlip>
          <a:blip r:embed="rId17"/>
        </a:buBlip>
        <a:defRPr sz="1800">
          <a:solidFill>
            <a:srgbClr val="000099"/>
          </a:solidFill>
          <a:latin typeface="+mn-lt"/>
          <a:cs typeface="+mn-cs"/>
        </a:defRPr>
      </a:lvl4pPr>
      <a:lvl5pPr marL="1751964" indent="-193460" algn="l" rtl="0" eaLnBrk="0" fontAlgn="base" hangingPunct="0">
        <a:spcBef>
          <a:spcPct val="20000"/>
        </a:spcBef>
        <a:spcAft>
          <a:spcPct val="0"/>
        </a:spcAft>
        <a:buBlip>
          <a:blip r:embed="rId18"/>
        </a:buBlip>
        <a:defRPr sz="1400">
          <a:solidFill>
            <a:schemeClr val="tx1"/>
          </a:solidFill>
          <a:latin typeface="+mn-lt"/>
          <a:cs typeface="+mn-cs"/>
        </a:defRPr>
      </a:lvl5pPr>
      <a:lvl6pPr marL="2142455" indent="-194769" algn="l" rtl="0" fontAlgn="base">
        <a:spcBef>
          <a:spcPct val="20000"/>
        </a:spcBef>
        <a:spcAft>
          <a:spcPct val="0"/>
        </a:spcAft>
        <a:buBlip>
          <a:blip r:embed="rId18"/>
        </a:buBlip>
        <a:defRPr sz="1400">
          <a:solidFill>
            <a:schemeClr val="tx1"/>
          </a:solidFill>
          <a:latin typeface="+mn-lt"/>
          <a:cs typeface="+mn-cs"/>
        </a:defRPr>
      </a:lvl6pPr>
      <a:lvl7pPr marL="2531992" indent="-194769" algn="l" rtl="0" fontAlgn="base">
        <a:spcBef>
          <a:spcPct val="20000"/>
        </a:spcBef>
        <a:spcAft>
          <a:spcPct val="0"/>
        </a:spcAft>
        <a:buBlip>
          <a:blip r:embed="rId18"/>
        </a:buBlip>
        <a:defRPr sz="1400">
          <a:solidFill>
            <a:schemeClr val="tx1"/>
          </a:solidFill>
          <a:latin typeface="+mn-lt"/>
          <a:cs typeface="+mn-cs"/>
        </a:defRPr>
      </a:lvl7pPr>
      <a:lvl8pPr marL="2921529" indent="-194769" algn="l" rtl="0" fontAlgn="base">
        <a:spcBef>
          <a:spcPct val="20000"/>
        </a:spcBef>
        <a:spcAft>
          <a:spcPct val="0"/>
        </a:spcAft>
        <a:buBlip>
          <a:blip r:embed="rId18"/>
        </a:buBlip>
        <a:defRPr sz="1400">
          <a:solidFill>
            <a:schemeClr val="tx1"/>
          </a:solidFill>
          <a:latin typeface="+mn-lt"/>
          <a:cs typeface="+mn-cs"/>
        </a:defRPr>
      </a:lvl8pPr>
      <a:lvl9pPr marL="3311066" indent="-194769" algn="l" rtl="0" fontAlgn="base">
        <a:spcBef>
          <a:spcPct val="20000"/>
        </a:spcBef>
        <a:spcAft>
          <a:spcPct val="0"/>
        </a:spcAft>
        <a:buBlip>
          <a:blip r:embed="rId18"/>
        </a:buBlip>
        <a:defRPr sz="1400">
          <a:solidFill>
            <a:schemeClr val="tx1"/>
          </a:solidFill>
          <a:latin typeface="+mn-lt"/>
          <a:cs typeface="+mn-cs"/>
        </a:defRPr>
      </a:lvl9pPr>
    </p:bodyStyle>
    <p:otherStyle>
      <a:defPPr>
        <a:defRPr lang="en-US"/>
      </a:defPPr>
      <a:lvl1pPr marL="0" algn="l" defTabSz="779074" rtl="0" eaLnBrk="1" latinLnBrk="0" hangingPunct="1">
        <a:defRPr sz="1500" kern="1200">
          <a:solidFill>
            <a:schemeClr val="tx1"/>
          </a:solidFill>
          <a:latin typeface="+mn-lt"/>
          <a:ea typeface="+mn-ea"/>
          <a:cs typeface="+mn-cs"/>
        </a:defRPr>
      </a:lvl1pPr>
      <a:lvl2pPr marL="389538" algn="l" defTabSz="779074" rtl="0" eaLnBrk="1" latinLnBrk="0" hangingPunct="1">
        <a:defRPr sz="1500" kern="1200">
          <a:solidFill>
            <a:schemeClr val="tx1"/>
          </a:solidFill>
          <a:latin typeface="+mn-lt"/>
          <a:ea typeface="+mn-ea"/>
          <a:cs typeface="+mn-cs"/>
        </a:defRPr>
      </a:lvl2pPr>
      <a:lvl3pPr marL="779074" algn="l" defTabSz="779074" rtl="0" eaLnBrk="1" latinLnBrk="0" hangingPunct="1">
        <a:defRPr sz="1500" kern="1200">
          <a:solidFill>
            <a:schemeClr val="tx1"/>
          </a:solidFill>
          <a:latin typeface="+mn-lt"/>
          <a:ea typeface="+mn-ea"/>
          <a:cs typeface="+mn-cs"/>
        </a:defRPr>
      </a:lvl3pPr>
      <a:lvl4pPr marL="1168612" algn="l" defTabSz="779074" rtl="0" eaLnBrk="1" latinLnBrk="0" hangingPunct="1">
        <a:defRPr sz="1500" kern="1200">
          <a:solidFill>
            <a:schemeClr val="tx1"/>
          </a:solidFill>
          <a:latin typeface="+mn-lt"/>
          <a:ea typeface="+mn-ea"/>
          <a:cs typeface="+mn-cs"/>
        </a:defRPr>
      </a:lvl4pPr>
      <a:lvl5pPr marL="1558149" algn="l" defTabSz="779074" rtl="0" eaLnBrk="1" latinLnBrk="0" hangingPunct="1">
        <a:defRPr sz="1500" kern="1200">
          <a:solidFill>
            <a:schemeClr val="tx1"/>
          </a:solidFill>
          <a:latin typeface="+mn-lt"/>
          <a:ea typeface="+mn-ea"/>
          <a:cs typeface="+mn-cs"/>
        </a:defRPr>
      </a:lvl5pPr>
      <a:lvl6pPr marL="1947686" algn="l" defTabSz="779074" rtl="0" eaLnBrk="1" latinLnBrk="0" hangingPunct="1">
        <a:defRPr sz="1500" kern="1200">
          <a:solidFill>
            <a:schemeClr val="tx1"/>
          </a:solidFill>
          <a:latin typeface="+mn-lt"/>
          <a:ea typeface="+mn-ea"/>
          <a:cs typeface="+mn-cs"/>
        </a:defRPr>
      </a:lvl6pPr>
      <a:lvl7pPr marL="2337223" algn="l" defTabSz="779074" rtl="0" eaLnBrk="1" latinLnBrk="0" hangingPunct="1">
        <a:defRPr sz="1500" kern="1200">
          <a:solidFill>
            <a:schemeClr val="tx1"/>
          </a:solidFill>
          <a:latin typeface="+mn-lt"/>
          <a:ea typeface="+mn-ea"/>
          <a:cs typeface="+mn-cs"/>
        </a:defRPr>
      </a:lvl7pPr>
      <a:lvl8pPr marL="2726760" algn="l" defTabSz="779074" rtl="0" eaLnBrk="1" latinLnBrk="0" hangingPunct="1">
        <a:defRPr sz="1500" kern="1200">
          <a:solidFill>
            <a:schemeClr val="tx1"/>
          </a:solidFill>
          <a:latin typeface="+mn-lt"/>
          <a:ea typeface="+mn-ea"/>
          <a:cs typeface="+mn-cs"/>
        </a:defRPr>
      </a:lvl8pPr>
      <a:lvl9pPr marL="3116298" algn="l" defTabSz="779074"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bvicam.in/UploadDocuments/CourseMaterial/MCA%20109%252UNIT%20I.pdf" TargetMode="External"/><Relationship Id="rId2" Type="http://schemas.openxmlformats.org/officeDocument/2006/relationships/hyperlink" Target="https://eloquentjavascript.net/" TargetMode="External"/><Relationship Id="rId1" Type="http://schemas.openxmlformats.org/officeDocument/2006/relationships/slideLayout" Target="../slideLayouts/slideLayout2.xml"/><Relationship Id="rId4" Type="http://schemas.openxmlformats.org/officeDocument/2006/relationships/hyperlink" Target="https://learn.oracle.com/ols/learning-path/oracle-java-foundations/88323/7972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idx="4294967295"/>
          </p:nvPr>
        </p:nvSpPr>
        <p:spPr bwMode="auto">
          <a:xfrm>
            <a:off x="381000" y="1087483"/>
            <a:ext cx="8323385" cy="379765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77925" tIns="38963" rIns="77925" bIns="38963"/>
          <a:lstStyle/>
          <a:p>
            <a:pPr eaLnBrk="1" hangingPunct="1">
              <a:lnSpc>
                <a:spcPct val="125000"/>
              </a:lnSpc>
              <a:spcBef>
                <a:spcPts val="0"/>
              </a:spcBef>
              <a:spcAft>
                <a:spcPts val="1200"/>
              </a:spcAft>
              <a:defRPr/>
            </a:pPr>
            <a:r>
              <a:rPr lang="en-US" sz="2800" b="1" dirty="0">
                <a:solidFill>
                  <a:srgbClr val="0000CC"/>
                </a:solidFill>
                <a:latin typeface="Calibri" pitchFamily="34" charset="0"/>
                <a:cs typeface="Calibri" pitchFamily="34" charset="0"/>
              </a:rPr>
              <a:t>MINOR PROJECT - II</a:t>
            </a:r>
            <a:br>
              <a:rPr lang="en-US" sz="3200" b="1" dirty="0">
                <a:solidFill>
                  <a:schemeClr val="tx1">
                    <a:lumMod val="65000"/>
                    <a:lumOff val="35000"/>
                  </a:schemeClr>
                </a:solidFill>
                <a:cs typeface="Arial" charset="0"/>
              </a:rPr>
            </a:br>
            <a:r>
              <a:rPr lang="en-US" sz="2000" b="1" dirty="0">
                <a:solidFill>
                  <a:schemeClr val="tx1">
                    <a:lumMod val="65000"/>
                    <a:lumOff val="35000"/>
                  </a:schemeClr>
                </a:solidFill>
                <a:latin typeface="Calibri" pitchFamily="34" charset="0"/>
                <a:cs typeface="Calibri" pitchFamily="34" charset="0"/>
              </a:rPr>
              <a:t>ON</a:t>
            </a:r>
            <a:br>
              <a:rPr lang="en-US" sz="3200" b="1" dirty="0">
                <a:solidFill>
                  <a:srgbClr val="0000CC"/>
                </a:solidFill>
                <a:latin typeface="+mn-lt"/>
                <a:cs typeface="Arial" charset="0"/>
              </a:rPr>
            </a:br>
            <a:r>
              <a:rPr lang="en-US" sz="2800" b="1" dirty="0">
                <a:solidFill>
                  <a:srgbClr val="C00000"/>
                </a:solidFill>
                <a:latin typeface="+mn-lt"/>
                <a:cs typeface="Arial" charset="0"/>
              </a:rPr>
              <a:t>CAMPUS CONNECT</a:t>
            </a:r>
            <a:br>
              <a:rPr lang="en-US" sz="4400" b="1" dirty="0">
                <a:solidFill>
                  <a:srgbClr val="0000CC"/>
                </a:solidFill>
                <a:latin typeface="+mn-lt"/>
                <a:cs typeface="Arial" charset="0"/>
              </a:rPr>
            </a:br>
            <a:r>
              <a:rPr lang="en-US" sz="2000" b="1" dirty="0">
                <a:solidFill>
                  <a:schemeClr val="tx1">
                    <a:lumMod val="65000"/>
                    <a:lumOff val="35000"/>
                  </a:schemeClr>
                </a:solidFill>
                <a:latin typeface="+mn-lt"/>
                <a:cs typeface="Arial" charset="0"/>
              </a:rPr>
              <a:t>(MCA – II SEMESTER; BATCH 2025-27)</a:t>
            </a:r>
            <a:br>
              <a:rPr lang="en-US" sz="4400" b="1" dirty="0">
                <a:solidFill>
                  <a:srgbClr val="0000CC"/>
                </a:solidFill>
                <a:latin typeface="+mn-lt"/>
                <a:cs typeface="Arial" charset="0"/>
              </a:rPr>
            </a:br>
            <a:br>
              <a:rPr lang="en-US" sz="3100" b="1" dirty="0">
                <a:solidFill>
                  <a:schemeClr val="tx1"/>
                </a:solidFill>
                <a:latin typeface="+mn-lt"/>
                <a:cs typeface="Arial" charset="0"/>
              </a:rPr>
            </a:br>
            <a:endParaRPr lang="en-US" b="1" i="1" dirty="0">
              <a:solidFill>
                <a:schemeClr val="tx1"/>
              </a:solidFill>
              <a:latin typeface="+mn-lt"/>
              <a:cs typeface="Arial" charset="0"/>
            </a:endParaRPr>
          </a:p>
        </p:txBody>
      </p:sp>
      <p:sp>
        <p:nvSpPr>
          <p:cNvPr id="4099" name="Rectangle 1"/>
          <p:cNvSpPr>
            <a:spLocks noChangeArrowheads="1"/>
          </p:cNvSpPr>
          <p:nvPr/>
        </p:nvSpPr>
        <p:spPr bwMode="auto">
          <a:xfrm>
            <a:off x="-58614" y="3673640"/>
            <a:ext cx="3680608" cy="786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7925" tIns="38963" rIns="77925" bIns="38963">
            <a:spAutoFit/>
          </a:bodyPr>
          <a:lstStyle/>
          <a:p>
            <a:pPr algn="ctr"/>
            <a:r>
              <a:rPr lang="en-US" sz="1600" dirty="0">
                <a:solidFill>
                  <a:srgbClr val="C00000"/>
                </a:solidFill>
                <a:latin typeface="Arial" charset="0"/>
              </a:rPr>
              <a:t>Internal Guide</a:t>
            </a:r>
          </a:p>
          <a:p>
            <a:pPr algn="ctr"/>
            <a:r>
              <a:rPr lang="en-US" sz="1600" dirty="0">
                <a:solidFill>
                  <a:srgbClr val="0000CC"/>
                </a:solidFill>
                <a:latin typeface="Arial" charset="0"/>
              </a:rPr>
              <a:t>Dr. Sunil Pratap Singh</a:t>
            </a:r>
            <a:br>
              <a:rPr lang="en-US" sz="1600" dirty="0">
                <a:solidFill>
                  <a:srgbClr val="000099"/>
                </a:solidFill>
                <a:latin typeface="Arial" charset="0"/>
              </a:rPr>
            </a:br>
            <a:r>
              <a:rPr lang="en-US" sz="1400" dirty="0">
                <a:solidFill>
                  <a:schemeClr val="tx1">
                    <a:lumMod val="65000"/>
                    <a:lumOff val="35000"/>
                  </a:schemeClr>
                </a:solidFill>
                <a:latin typeface="Arial" charset="0"/>
              </a:rPr>
              <a:t>(Asst. Prof., BVICAM, New Delhi)</a:t>
            </a:r>
          </a:p>
        </p:txBody>
      </p:sp>
      <p:sp>
        <p:nvSpPr>
          <p:cNvPr id="2" name="Rectangle 1"/>
          <p:cNvSpPr/>
          <p:nvPr/>
        </p:nvSpPr>
        <p:spPr>
          <a:xfrm>
            <a:off x="3972090" y="4429565"/>
            <a:ext cx="1388522" cy="353943"/>
          </a:xfrm>
          <a:prstGeom prst="rect">
            <a:avLst/>
          </a:prstGeom>
        </p:spPr>
        <p:txBody>
          <a:bodyPr wrap="none">
            <a:spAutoFit/>
          </a:bodyPr>
          <a:lstStyle/>
          <a:p>
            <a:pPr algn="ctr"/>
            <a:r>
              <a:rPr lang="en-US" sz="1700" dirty="0">
                <a:solidFill>
                  <a:schemeClr val="accent6">
                    <a:lumMod val="75000"/>
                  </a:schemeClr>
                </a:solidFill>
              </a:rPr>
              <a:t>15 May-2026</a:t>
            </a:r>
            <a:endParaRPr lang="en-IN" sz="1700" dirty="0">
              <a:solidFill>
                <a:schemeClr val="accent6">
                  <a:lumMod val="75000"/>
                </a:schemeClr>
              </a:solidFill>
            </a:endParaRPr>
          </a:p>
        </p:txBody>
      </p:sp>
      <p:sp>
        <p:nvSpPr>
          <p:cNvPr id="5" name="Rectangle 1"/>
          <p:cNvSpPr>
            <a:spLocks noChangeArrowheads="1"/>
          </p:cNvSpPr>
          <p:nvPr/>
        </p:nvSpPr>
        <p:spPr bwMode="auto">
          <a:xfrm>
            <a:off x="5315439" y="3673641"/>
            <a:ext cx="3828561" cy="1563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7925" tIns="38963" rIns="77925" bIns="38963">
            <a:spAutoFit/>
          </a:bodyPr>
          <a:lstStyle/>
          <a:p>
            <a:pPr algn="ctr"/>
            <a:r>
              <a:rPr lang="en-US" sz="1600" dirty="0">
                <a:solidFill>
                  <a:srgbClr val="C00000"/>
                </a:solidFill>
                <a:latin typeface="Arial" charset="0"/>
              </a:rPr>
              <a:t>Presentation by</a:t>
            </a:r>
            <a:endParaRPr lang="en-US" sz="1300" dirty="0">
              <a:solidFill>
                <a:srgbClr val="000099"/>
              </a:solidFill>
              <a:latin typeface="Arial" charset="0"/>
            </a:endParaRPr>
          </a:p>
          <a:p>
            <a:pPr algn="ctr"/>
            <a:r>
              <a:rPr lang="en-US" sz="1050" dirty="0">
                <a:solidFill>
                  <a:srgbClr val="000099"/>
                </a:solidFill>
                <a:latin typeface="Arial" charset="0"/>
              </a:rPr>
              <a:t>VARUN RAWAT </a:t>
            </a:r>
            <a:r>
              <a:rPr lang="en-US" sz="1050" dirty="0">
                <a:latin typeface="Arial" charset="0"/>
              </a:rPr>
              <a:t>(03711604425)</a:t>
            </a:r>
          </a:p>
          <a:p>
            <a:pPr algn="ctr"/>
            <a:r>
              <a:rPr lang="en-US" sz="1050" dirty="0">
                <a:solidFill>
                  <a:srgbClr val="000099"/>
                </a:solidFill>
                <a:latin typeface="Arial" charset="0"/>
              </a:rPr>
              <a:t>SAKSHAM </a:t>
            </a:r>
            <a:r>
              <a:rPr lang="en-US" sz="1050" dirty="0">
                <a:latin typeface="Arial" charset="0"/>
              </a:rPr>
              <a:t>(06311604425)</a:t>
            </a:r>
            <a:r>
              <a:rPr lang="en-US" sz="1050" dirty="0">
                <a:solidFill>
                  <a:srgbClr val="000099"/>
                </a:solidFill>
                <a:latin typeface="Arial" charset="0"/>
              </a:rPr>
              <a:t> </a:t>
            </a:r>
          </a:p>
          <a:p>
            <a:pPr algn="ctr"/>
            <a:r>
              <a:rPr lang="en-US" sz="1050" dirty="0">
                <a:solidFill>
                  <a:srgbClr val="000099"/>
                </a:solidFill>
                <a:latin typeface="Arial" charset="0"/>
              </a:rPr>
              <a:t>RUDRANSH SINGH RAWAT </a:t>
            </a:r>
            <a:r>
              <a:rPr lang="en-US" sz="1050" dirty="0">
                <a:latin typeface="Arial" charset="0"/>
              </a:rPr>
              <a:t>(06411604425)</a:t>
            </a:r>
          </a:p>
          <a:p>
            <a:pPr algn="ctr"/>
            <a:r>
              <a:rPr lang="en-US" sz="1050" dirty="0">
                <a:solidFill>
                  <a:srgbClr val="000099"/>
                </a:solidFill>
                <a:latin typeface="Arial" charset="0"/>
              </a:rPr>
              <a:t>HIRIK ANAND </a:t>
            </a:r>
            <a:r>
              <a:rPr lang="en-US" sz="1050" dirty="0">
                <a:latin typeface="Arial" charset="0"/>
              </a:rPr>
              <a:t>(07111604425)</a:t>
            </a:r>
          </a:p>
          <a:p>
            <a:pPr algn="ctr"/>
            <a:r>
              <a:rPr lang="en-US" sz="1050" dirty="0">
                <a:solidFill>
                  <a:srgbClr val="000099"/>
                </a:solidFill>
                <a:latin typeface="Arial" charset="0"/>
              </a:rPr>
              <a:t>PIYUSH GOEL </a:t>
            </a:r>
            <a:r>
              <a:rPr lang="en-US" sz="1050" dirty="0">
                <a:latin typeface="Arial" charset="0"/>
              </a:rPr>
              <a:t>(09311604425) </a:t>
            </a:r>
          </a:p>
          <a:p>
            <a:pPr algn="ctr"/>
            <a:br>
              <a:rPr lang="en-US" sz="1600" dirty="0">
                <a:solidFill>
                  <a:srgbClr val="000099"/>
                </a:solidFill>
                <a:latin typeface="Arial" charset="0"/>
              </a:rPr>
            </a:br>
            <a:endParaRPr lang="en-US" sz="1200" dirty="0">
              <a:solidFill>
                <a:schemeClr val="tx1">
                  <a:lumMod val="65000"/>
                  <a:lumOff val="35000"/>
                </a:schemeClr>
              </a:solidFill>
              <a:latin typeface="Arial" charset="0"/>
            </a:endParaRPr>
          </a:p>
        </p:txBody>
      </p:sp>
      <p:pic>
        <p:nvPicPr>
          <p:cNvPr id="1026" name="Picture 2" descr="Guru Gobind Singh Indraprastha University - Wikipedi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61608" y="3120372"/>
            <a:ext cx="1209489" cy="1064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49877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352" y="7142"/>
            <a:ext cx="7643446" cy="498872"/>
          </a:xfrm>
        </p:spPr>
        <p:txBody>
          <a:bodyPr/>
          <a:lstStyle/>
          <a:p>
            <a:pPr>
              <a:defRPr/>
            </a:pPr>
            <a:r>
              <a:rPr lang="en-US" sz="3400" dirty="0">
                <a:cs typeface="Times New Roman" pitchFamily="18" charset="0"/>
              </a:rPr>
              <a:t>Contents</a:t>
            </a:r>
            <a:endParaRPr lang="en-US" sz="3400" dirty="0"/>
          </a:p>
        </p:txBody>
      </p:sp>
      <p:sp>
        <p:nvSpPr>
          <p:cNvPr id="3" name="Content Placeholder 2"/>
          <p:cNvSpPr>
            <a:spLocks noGrp="1"/>
          </p:cNvSpPr>
          <p:nvPr>
            <p:ph idx="1"/>
          </p:nvPr>
        </p:nvSpPr>
        <p:spPr>
          <a:xfrm>
            <a:off x="243254" y="647700"/>
            <a:ext cx="8708781" cy="4239986"/>
          </a:xfrm>
        </p:spPr>
        <p:txBody>
          <a:bodyPr/>
          <a:lstStyle/>
          <a:p>
            <a:pPr algn="just">
              <a:lnSpc>
                <a:spcPct val="110000"/>
              </a:lnSpc>
              <a:spcBef>
                <a:spcPts val="500"/>
              </a:spcBef>
              <a:defRPr/>
            </a:pPr>
            <a:r>
              <a:rPr lang="en-US" sz="1900" dirty="0"/>
              <a:t>Problem Description</a:t>
            </a:r>
          </a:p>
          <a:p>
            <a:pPr algn="just">
              <a:lnSpc>
                <a:spcPct val="110000"/>
              </a:lnSpc>
              <a:spcBef>
                <a:spcPts val="500"/>
              </a:spcBef>
              <a:defRPr/>
            </a:pPr>
            <a:r>
              <a:rPr lang="en-US" sz="1900" dirty="0"/>
              <a:t>Aim and Objectives</a:t>
            </a:r>
          </a:p>
          <a:p>
            <a:pPr algn="just">
              <a:lnSpc>
                <a:spcPct val="110000"/>
              </a:lnSpc>
              <a:spcBef>
                <a:spcPts val="500"/>
              </a:spcBef>
              <a:defRPr/>
            </a:pPr>
            <a:r>
              <a:rPr lang="en-US" sz="1900" dirty="0"/>
              <a:t>Methodology and Technology Used for Project Development</a:t>
            </a:r>
          </a:p>
          <a:p>
            <a:pPr algn="just">
              <a:lnSpc>
                <a:spcPct val="110000"/>
              </a:lnSpc>
              <a:spcBef>
                <a:spcPts val="500"/>
              </a:spcBef>
              <a:defRPr/>
            </a:pPr>
            <a:r>
              <a:rPr lang="en-US" sz="1900" dirty="0"/>
              <a:t>Project Modules</a:t>
            </a:r>
          </a:p>
          <a:p>
            <a:pPr algn="just">
              <a:lnSpc>
                <a:spcPct val="110000"/>
              </a:lnSpc>
              <a:spcBef>
                <a:spcPts val="500"/>
              </a:spcBef>
              <a:defRPr/>
            </a:pPr>
            <a:r>
              <a:rPr lang="en-US" sz="1900" dirty="0"/>
              <a:t>Design Documents (Use Case, Data Flow Diagram, Entity-Relation Diagram, etc.)</a:t>
            </a:r>
          </a:p>
          <a:p>
            <a:pPr algn="just">
              <a:lnSpc>
                <a:spcPct val="110000"/>
              </a:lnSpc>
              <a:spcBef>
                <a:spcPts val="500"/>
              </a:spcBef>
              <a:defRPr/>
            </a:pPr>
            <a:r>
              <a:rPr lang="en-US" sz="1900" dirty="0"/>
              <a:t>Screenshots</a:t>
            </a:r>
          </a:p>
          <a:p>
            <a:pPr algn="just">
              <a:lnSpc>
                <a:spcPct val="110000"/>
              </a:lnSpc>
              <a:spcBef>
                <a:spcPts val="500"/>
              </a:spcBef>
              <a:defRPr/>
            </a:pPr>
            <a:r>
              <a:rPr lang="en-US" sz="1900" dirty="0"/>
              <a:t>Testing of Project</a:t>
            </a:r>
          </a:p>
          <a:p>
            <a:pPr algn="just">
              <a:lnSpc>
                <a:spcPct val="110000"/>
              </a:lnSpc>
              <a:spcBef>
                <a:spcPts val="500"/>
              </a:spcBef>
              <a:defRPr/>
            </a:pPr>
            <a:r>
              <a:rPr lang="en-US" sz="1900" dirty="0"/>
              <a:t>Conclusion</a:t>
            </a:r>
          </a:p>
          <a:p>
            <a:pPr algn="just">
              <a:lnSpc>
                <a:spcPct val="110000"/>
              </a:lnSpc>
              <a:spcBef>
                <a:spcPts val="500"/>
              </a:spcBef>
              <a:defRPr/>
            </a:pPr>
            <a:r>
              <a:rPr lang="en-US" sz="1900" dirty="0"/>
              <a:t>Future Scope</a:t>
            </a:r>
          </a:p>
          <a:p>
            <a:pPr algn="just">
              <a:lnSpc>
                <a:spcPct val="110000"/>
              </a:lnSpc>
              <a:spcBef>
                <a:spcPts val="500"/>
              </a:spcBef>
              <a:defRPr/>
            </a:pPr>
            <a:r>
              <a:rPr lang="en-US" sz="1900" dirty="0"/>
              <a:t>Bibliography</a:t>
            </a:r>
          </a:p>
        </p:txBody>
      </p:sp>
    </p:spTree>
    <p:extLst>
      <p:ext uri="{BB962C8B-B14F-4D97-AF65-F5344CB8AC3E}">
        <p14:creationId xmlns:p14="http://schemas.microsoft.com/office/powerpoint/2010/main" val="2855867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352" y="7142"/>
            <a:ext cx="7643446" cy="498872"/>
          </a:xfrm>
        </p:spPr>
        <p:txBody>
          <a:bodyPr/>
          <a:lstStyle/>
          <a:p>
            <a:pPr>
              <a:defRPr/>
            </a:pPr>
            <a:r>
              <a:rPr lang="en-US" sz="3400" dirty="0"/>
              <a:t>Problem Description</a:t>
            </a:r>
          </a:p>
        </p:txBody>
      </p:sp>
      <p:sp>
        <p:nvSpPr>
          <p:cNvPr id="3" name="Content Placeholder 2"/>
          <p:cNvSpPr>
            <a:spLocks noGrp="1"/>
          </p:cNvSpPr>
          <p:nvPr>
            <p:ph idx="1"/>
          </p:nvPr>
        </p:nvSpPr>
        <p:spPr>
          <a:xfrm>
            <a:off x="243254" y="647700"/>
            <a:ext cx="8708781" cy="4232644"/>
          </a:xfrm>
        </p:spPr>
        <p:txBody>
          <a:bodyPr/>
          <a:lstStyle/>
          <a:p>
            <a:pPr algn="just">
              <a:lnSpc>
                <a:spcPct val="125000"/>
              </a:lnSpc>
              <a:spcBef>
                <a:spcPts val="1200"/>
              </a:spcBef>
              <a:defRPr/>
            </a:pPr>
            <a:r>
              <a:rPr lang="en-GB" dirty="0"/>
              <a:t>In most colleges, the current students often find it difficult to reach out to the pass-out seniors for any guidance pertaining to internships, placements, higher studies, mentorship regarding projects, and career paths. The communication happens over very informal channels: WhatsApp groups, personal contacts, or social media, which results in limited reach, authenticity, and communication gaps. Because of this, there isn't any single place where students can easily find verified alumni and reach out to them for interaction or asking questions regarding their careers. Similarly, alumni who are willing to guide juniors do not have a structured way to share their experiences, job updates, or opportunities.</a:t>
            </a:r>
          </a:p>
        </p:txBody>
      </p:sp>
    </p:spTree>
    <p:extLst>
      <p:ext uri="{BB962C8B-B14F-4D97-AF65-F5344CB8AC3E}">
        <p14:creationId xmlns:p14="http://schemas.microsoft.com/office/powerpoint/2010/main" val="2344738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352" y="7142"/>
            <a:ext cx="7643446" cy="498872"/>
          </a:xfrm>
        </p:spPr>
        <p:txBody>
          <a:bodyPr/>
          <a:lstStyle/>
          <a:p>
            <a:pPr>
              <a:defRPr/>
            </a:pPr>
            <a:r>
              <a:rPr lang="en-US" sz="3400" dirty="0"/>
              <a:t>Aim and Objectives</a:t>
            </a:r>
          </a:p>
        </p:txBody>
      </p:sp>
      <p:sp>
        <p:nvSpPr>
          <p:cNvPr id="3" name="Content Placeholder 2"/>
          <p:cNvSpPr>
            <a:spLocks noGrp="1"/>
          </p:cNvSpPr>
          <p:nvPr>
            <p:ph idx="1"/>
          </p:nvPr>
        </p:nvSpPr>
        <p:spPr>
          <a:xfrm>
            <a:off x="243254" y="647700"/>
            <a:ext cx="8708781" cy="4239986"/>
          </a:xfrm>
        </p:spPr>
        <p:txBody>
          <a:bodyPr/>
          <a:lstStyle/>
          <a:p>
            <a:pPr algn="just">
              <a:lnSpc>
                <a:spcPct val="125000"/>
              </a:lnSpc>
              <a:spcBef>
                <a:spcPts val="1200"/>
              </a:spcBef>
              <a:defRPr/>
            </a:pPr>
            <a:r>
              <a:rPr lang="en-US" sz="2200" b="1" dirty="0">
                <a:solidFill>
                  <a:srgbClr val="0000CC"/>
                </a:solidFill>
              </a:rPr>
              <a:t>Aim:</a:t>
            </a:r>
          </a:p>
          <a:p>
            <a:pPr lvl="1" algn="just">
              <a:lnSpc>
                <a:spcPct val="125000"/>
              </a:lnSpc>
              <a:spcBef>
                <a:spcPts val="600"/>
              </a:spcBef>
              <a:defRPr/>
            </a:pPr>
            <a:r>
              <a:rPr lang="en-US" dirty="0"/>
              <a:t>To develop a Java based Web application </a:t>
            </a:r>
            <a:r>
              <a:rPr lang="en-US" dirty="0">
                <a:solidFill>
                  <a:srgbClr val="FF0000"/>
                </a:solidFill>
              </a:rPr>
              <a:t>to create a networking bridge between the students and </a:t>
            </a:r>
            <a:r>
              <a:rPr lang="en-US" dirty="0" err="1">
                <a:solidFill>
                  <a:srgbClr val="FF0000"/>
                </a:solidFill>
              </a:rPr>
              <a:t>passout</a:t>
            </a:r>
            <a:r>
              <a:rPr lang="en-US" dirty="0">
                <a:solidFill>
                  <a:srgbClr val="FF0000"/>
                </a:solidFill>
              </a:rPr>
              <a:t> students.</a:t>
            </a:r>
          </a:p>
          <a:p>
            <a:pPr algn="just">
              <a:lnSpc>
                <a:spcPct val="125000"/>
              </a:lnSpc>
              <a:spcBef>
                <a:spcPts val="1200"/>
              </a:spcBef>
              <a:defRPr/>
            </a:pPr>
            <a:r>
              <a:rPr lang="en-US" sz="2200" b="1" dirty="0">
                <a:solidFill>
                  <a:srgbClr val="0000CC"/>
                </a:solidFill>
              </a:rPr>
              <a:t>Objectives:</a:t>
            </a:r>
          </a:p>
          <a:p>
            <a:pPr lvl="1" algn="just">
              <a:lnSpc>
                <a:spcPct val="125000"/>
              </a:lnSpc>
              <a:spcBef>
                <a:spcPts val="600"/>
              </a:spcBef>
              <a:defRPr/>
            </a:pPr>
            <a:r>
              <a:rPr lang="en-US" dirty="0"/>
              <a:t>To  design a relational database for managing Alumni Data.</a:t>
            </a:r>
          </a:p>
          <a:p>
            <a:pPr lvl="1" algn="just">
              <a:lnSpc>
                <a:spcPct val="125000"/>
              </a:lnSpc>
              <a:spcBef>
                <a:spcPts val="600"/>
              </a:spcBef>
              <a:defRPr/>
            </a:pPr>
            <a:r>
              <a:rPr lang="en-US" dirty="0"/>
              <a:t>To design user-friendly interfaces to interact with the system.</a:t>
            </a:r>
          </a:p>
          <a:p>
            <a:pPr lvl="1" algn="just">
              <a:lnSpc>
                <a:spcPct val="125000"/>
              </a:lnSpc>
              <a:spcBef>
                <a:spcPts val="600"/>
              </a:spcBef>
              <a:defRPr/>
            </a:pPr>
            <a:r>
              <a:rPr lang="en-US" dirty="0"/>
              <a:t>To create a Alumni Directory which is easily sortable.</a:t>
            </a:r>
          </a:p>
          <a:p>
            <a:pPr lvl="1" algn="just">
              <a:lnSpc>
                <a:spcPct val="125000"/>
              </a:lnSpc>
              <a:spcBef>
                <a:spcPts val="600"/>
              </a:spcBef>
              <a:defRPr/>
            </a:pPr>
            <a:r>
              <a:rPr lang="en-US" dirty="0"/>
              <a:t>To create a memory wall for alumni named Memory Wall.</a:t>
            </a:r>
          </a:p>
          <a:p>
            <a:pPr lvl="1" algn="just">
              <a:lnSpc>
                <a:spcPct val="125000"/>
              </a:lnSpc>
              <a:spcBef>
                <a:spcPts val="600"/>
              </a:spcBef>
              <a:defRPr/>
            </a:pPr>
            <a:r>
              <a:rPr lang="en-US" dirty="0"/>
              <a:t>To test the developed system.</a:t>
            </a:r>
            <a:endParaRPr lang="en-US" sz="2200" dirty="0"/>
          </a:p>
          <a:p>
            <a:pPr lvl="1" algn="just">
              <a:lnSpc>
                <a:spcPct val="125000"/>
              </a:lnSpc>
              <a:spcBef>
                <a:spcPts val="1200"/>
              </a:spcBef>
              <a:defRPr/>
            </a:pPr>
            <a:endParaRPr lang="en-US" dirty="0"/>
          </a:p>
          <a:p>
            <a:pPr lvl="1" algn="just">
              <a:lnSpc>
                <a:spcPct val="125000"/>
              </a:lnSpc>
              <a:spcBef>
                <a:spcPts val="1200"/>
              </a:spcBef>
              <a:defRPr/>
            </a:pPr>
            <a:endParaRPr lang="en-US" dirty="0"/>
          </a:p>
          <a:p>
            <a:pPr lvl="1" algn="just">
              <a:lnSpc>
                <a:spcPct val="125000"/>
              </a:lnSpc>
              <a:spcBef>
                <a:spcPts val="1200"/>
              </a:spcBef>
              <a:defRPr/>
            </a:pPr>
            <a:endParaRPr lang="en-US" dirty="0"/>
          </a:p>
        </p:txBody>
      </p:sp>
    </p:spTree>
    <p:extLst>
      <p:ext uri="{BB962C8B-B14F-4D97-AF65-F5344CB8AC3E}">
        <p14:creationId xmlns:p14="http://schemas.microsoft.com/office/powerpoint/2010/main" val="1206971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352" y="7142"/>
            <a:ext cx="7643446" cy="498872"/>
          </a:xfrm>
        </p:spPr>
        <p:txBody>
          <a:bodyPr/>
          <a:lstStyle/>
          <a:p>
            <a:pPr>
              <a:defRPr/>
            </a:pPr>
            <a:r>
              <a:rPr lang="en-US" sz="3400" dirty="0"/>
              <a:t>Methodology and Technology Used</a:t>
            </a:r>
          </a:p>
        </p:txBody>
      </p:sp>
      <p:sp>
        <p:nvSpPr>
          <p:cNvPr id="3" name="Content Placeholder 2"/>
          <p:cNvSpPr>
            <a:spLocks noGrp="1"/>
          </p:cNvSpPr>
          <p:nvPr>
            <p:ph idx="1"/>
          </p:nvPr>
        </p:nvSpPr>
        <p:spPr>
          <a:xfrm>
            <a:off x="243254" y="647700"/>
            <a:ext cx="8708781" cy="4239986"/>
          </a:xfrm>
        </p:spPr>
        <p:txBody>
          <a:bodyPr/>
          <a:lstStyle/>
          <a:p>
            <a:pPr algn="just">
              <a:lnSpc>
                <a:spcPct val="125000"/>
              </a:lnSpc>
              <a:spcBef>
                <a:spcPts val="1200"/>
              </a:spcBef>
              <a:defRPr/>
            </a:pPr>
            <a:r>
              <a:rPr lang="en-US" sz="2200" dirty="0">
                <a:solidFill>
                  <a:srgbClr val="0000CC"/>
                </a:solidFill>
              </a:rPr>
              <a:t>Methodology used for Project Development:</a:t>
            </a:r>
          </a:p>
          <a:p>
            <a:pPr lvl="1" algn="just">
              <a:lnSpc>
                <a:spcPct val="125000"/>
              </a:lnSpc>
              <a:spcBef>
                <a:spcPts val="600"/>
              </a:spcBef>
              <a:defRPr/>
            </a:pPr>
            <a:r>
              <a:rPr lang="en-US" dirty="0"/>
              <a:t>Agile Model was used for this projects development.</a:t>
            </a:r>
          </a:p>
          <a:p>
            <a:pPr algn="just">
              <a:lnSpc>
                <a:spcPct val="125000"/>
              </a:lnSpc>
              <a:spcBef>
                <a:spcPts val="1800"/>
              </a:spcBef>
              <a:defRPr/>
            </a:pPr>
            <a:r>
              <a:rPr lang="en-US" sz="2200" dirty="0">
                <a:solidFill>
                  <a:srgbClr val="0000CC"/>
                </a:solidFill>
              </a:rPr>
              <a:t>Technology used for Project Development:</a:t>
            </a:r>
          </a:p>
          <a:p>
            <a:pPr lvl="1" algn="just">
              <a:lnSpc>
                <a:spcPct val="125000"/>
              </a:lnSpc>
              <a:spcBef>
                <a:spcPts val="600"/>
              </a:spcBef>
              <a:defRPr/>
            </a:pPr>
            <a:r>
              <a:rPr lang="en-US" dirty="0">
                <a:solidFill>
                  <a:srgbClr val="C00000"/>
                </a:solidFill>
              </a:rPr>
              <a:t>Language used: </a:t>
            </a:r>
            <a:r>
              <a:rPr lang="en-US" dirty="0"/>
              <a:t>Java SE 17, JavaScript (</a:t>
            </a:r>
            <a:r>
              <a:rPr lang="en-IN" dirty="0"/>
              <a:t>ES2025)</a:t>
            </a:r>
            <a:r>
              <a:rPr lang="en-US" dirty="0"/>
              <a:t>, HTML5</a:t>
            </a:r>
          </a:p>
          <a:p>
            <a:pPr lvl="1" algn="just">
              <a:lnSpc>
                <a:spcPct val="125000"/>
              </a:lnSpc>
              <a:spcBef>
                <a:spcPts val="600"/>
              </a:spcBef>
              <a:defRPr/>
            </a:pPr>
            <a:r>
              <a:rPr lang="en-US" dirty="0">
                <a:solidFill>
                  <a:srgbClr val="C00000"/>
                </a:solidFill>
              </a:rPr>
              <a:t>Tools used: </a:t>
            </a:r>
            <a:r>
              <a:rPr lang="en-US" dirty="0"/>
              <a:t>Apache</a:t>
            </a:r>
            <a:r>
              <a:rPr lang="en-US" dirty="0">
                <a:solidFill>
                  <a:srgbClr val="C00000"/>
                </a:solidFill>
              </a:rPr>
              <a:t> </a:t>
            </a:r>
            <a:r>
              <a:rPr lang="en-US" dirty="0"/>
              <a:t>Maven 3.9, Spring Boot 3.3</a:t>
            </a:r>
          </a:p>
          <a:p>
            <a:pPr lvl="1" algn="just">
              <a:lnSpc>
                <a:spcPct val="125000"/>
              </a:lnSpc>
              <a:spcBef>
                <a:spcPts val="600"/>
              </a:spcBef>
              <a:defRPr/>
            </a:pPr>
            <a:r>
              <a:rPr lang="en-US" dirty="0">
                <a:solidFill>
                  <a:srgbClr val="C00000"/>
                </a:solidFill>
              </a:rPr>
              <a:t>Integrated Development Environment (IDE): </a:t>
            </a:r>
            <a:r>
              <a:rPr lang="en-US" dirty="0"/>
              <a:t>Apache</a:t>
            </a:r>
            <a:r>
              <a:rPr lang="en-US" dirty="0">
                <a:solidFill>
                  <a:srgbClr val="C00000"/>
                </a:solidFill>
              </a:rPr>
              <a:t> </a:t>
            </a:r>
            <a:r>
              <a:rPr lang="en-US" dirty="0" err="1"/>
              <a:t>Netbeans</a:t>
            </a:r>
            <a:r>
              <a:rPr lang="en-US" dirty="0"/>
              <a:t> 29</a:t>
            </a:r>
          </a:p>
          <a:p>
            <a:pPr lvl="1" algn="just">
              <a:lnSpc>
                <a:spcPct val="125000"/>
              </a:lnSpc>
              <a:spcBef>
                <a:spcPts val="600"/>
              </a:spcBef>
              <a:defRPr/>
            </a:pPr>
            <a:r>
              <a:rPr lang="en-US" dirty="0">
                <a:solidFill>
                  <a:srgbClr val="C00000"/>
                </a:solidFill>
              </a:rPr>
              <a:t>Database:</a:t>
            </a:r>
            <a:r>
              <a:rPr lang="en-US" dirty="0"/>
              <a:t> MySQL Server (</a:t>
            </a:r>
            <a:r>
              <a:rPr lang="en-US" dirty="0" err="1"/>
              <a:t>TiDB</a:t>
            </a:r>
            <a:r>
              <a:rPr lang="en-US" dirty="0"/>
              <a:t> connection)</a:t>
            </a:r>
          </a:p>
          <a:p>
            <a:pPr lvl="1" algn="just">
              <a:lnSpc>
                <a:spcPct val="125000"/>
              </a:lnSpc>
              <a:spcBef>
                <a:spcPts val="600"/>
              </a:spcBef>
              <a:defRPr/>
            </a:pPr>
            <a:endParaRPr lang="en-US" dirty="0"/>
          </a:p>
        </p:txBody>
      </p:sp>
    </p:spTree>
    <p:extLst>
      <p:ext uri="{BB962C8B-B14F-4D97-AF65-F5344CB8AC3E}">
        <p14:creationId xmlns:p14="http://schemas.microsoft.com/office/powerpoint/2010/main" val="3355512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352" y="7142"/>
            <a:ext cx="7643446" cy="498872"/>
          </a:xfrm>
        </p:spPr>
        <p:txBody>
          <a:bodyPr/>
          <a:lstStyle/>
          <a:p>
            <a:pPr>
              <a:defRPr/>
            </a:pPr>
            <a:r>
              <a:rPr lang="en-US" sz="3400" dirty="0"/>
              <a:t>Project Modules</a:t>
            </a:r>
          </a:p>
        </p:txBody>
      </p:sp>
      <p:sp>
        <p:nvSpPr>
          <p:cNvPr id="3" name="Content Placeholder 2"/>
          <p:cNvSpPr>
            <a:spLocks noGrp="1"/>
          </p:cNvSpPr>
          <p:nvPr>
            <p:ph idx="1"/>
          </p:nvPr>
        </p:nvSpPr>
        <p:spPr>
          <a:xfrm>
            <a:off x="243254" y="647700"/>
            <a:ext cx="8708781" cy="4239986"/>
          </a:xfrm>
        </p:spPr>
        <p:txBody>
          <a:bodyPr/>
          <a:lstStyle/>
          <a:p>
            <a:pPr algn="just">
              <a:lnSpc>
                <a:spcPct val="125000"/>
              </a:lnSpc>
              <a:spcBef>
                <a:spcPts val="1200"/>
              </a:spcBef>
              <a:defRPr/>
            </a:pPr>
            <a:r>
              <a:rPr lang="en-US" sz="2200" dirty="0">
                <a:solidFill>
                  <a:srgbClr val="0000CC"/>
                </a:solidFill>
              </a:rPr>
              <a:t>Project Modules:</a:t>
            </a:r>
          </a:p>
          <a:p>
            <a:pPr lvl="1" algn="just">
              <a:lnSpc>
                <a:spcPct val="125000"/>
              </a:lnSpc>
              <a:spcBef>
                <a:spcPts val="600"/>
              </a:spcBef>
              <a:defRPr/>
            </a:pPr>
            <a:r>
              <a:rPr lang="en-US" dirty="0"/>
              <a:t>Profile </a:t>
            </a:r>
          </a:p>
          <a:p>
            <a:pPr lvl="1" algn="just">
              <a:lnSpc>
                <a:spcPct val="125000"/>
              </a:lnSpc>
              <a:spcBef>
                <a:spcPts val="600"/>
              </a:spcBef>
              <a:defRPr/>
            </a:pPr>
            <a:r>
              <a:rPr lang="en-US" dirty="0"/>
              <a:t>Alumni Directory</a:t>
            </a:r>
          </a:p>
          <a:p>
            <a:pPr lvl="1" algn="just">
              <a:lnSpc>
                <a:spcPct val="125000"/>
              </a:lnSpc>
              <a:spcBef>
                <a:spcPts val="600"/>
              </a:spcBef>
              <a:defRPr/>
            </a:pPr>
            <a:r>
              <a:rPr lang="en-US" dirty="0"/>
              <a:t>Messages</a:t>
            </a:r>
          </a:p>
          <a:p>
            <a:pPr lvl="1" algn="just">
              <a:lnSpc>
                <a:spcPct val="125000"/>
              </a:lnSpc>
              <a:spcBef>
                <a:spcPts val="600"/>
              </a:spcBef>
              <a:defRPr/>
            </a:pPr>
            <a:r>
              <a:rPr lang="en-US" dirty="0"/>
              <a:t>Jobs</a:t>
            </a:r>
          </a:p>
          <a:p>
            <a:pPr lvl="1" algn="just">
              <a:lnSpc>
                <a:spcPct val="125000"/>
              </a:lnSpc>
              <a:spcBef>
                <a:spcPts val="600"/>
              </a:spcBef>
              <a:defRPr/>
            </a:pPr>
            <a:r>
              <a:rPr lang="en-US" dirty="0"/>
              <a:t>Wall</a:t>
            </a:r>
          </a:p>
          <a:p>
            <a:pPr lvl="1" algn="just">
              <a:lnSpc>
                <a:spcPct val="125000"/>
              </a:lnSpc>
              <a:spcBef>
                <a:spcPts val="600"/>
              </a:spcBef>
              <a:defRPr/>
            </a:pPr>
            <a:r>
              <a:rPr lang="en-US" dirty="0"/>
              <a:t>Events</a:t>
            </a:r>
          </a:p>
          <a:p>
            <a:pPr lvl="1" algn="just">
              <a:lnSpc>
                <a:spcPct val="125000"/>
              </a:lnSpc>
              <a:spcBef>
                <a:spcPts val="600"/>
              </a:spcBef>
              <a:defRPr/>
            </a:pPr>
            <a:r>
              <a:rPr lang="en-US" dirty="0"/>
              <a:t>Global chat</a:t>
            </a:r>
          </a:p>
        </p:txBody>
      </p:sp>
    </p:spTree>
    <p:extLst>
      <p:ext uri="{BB962C8B-B14F-4D97-AF65-F5344CB8AC3E}">
        <p14:creationId xmlns:p14="http://schemas.microsoft.com/office/powerpoint/2010/main" val="2152171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1800" y="2197100"/>
            <a:ext cx="8178800" cy="736600"/>
          </a:xfrm>
          <a:solidFill>
            <a:srgbClr val="FFFFCC"/>
          </a:solidFill>
          <a:ln>
            <a:solidFill>
              <a:schemeClr val="tx1">
                <a:lumMod val="50000"/>
                <a:lumOff val="50000"/>
              </a:schemeClr>
            </a:solidFill>
          </a:ln>
        </p:spPr>
        <p:txBody>
          <a:bodyPr/>
          <a:lstStyle/>
          <a:p>
            <a:pPr marL="0" indent="0" algn="ctr">
              <a:spcBef>
                <a:spcPts val="0"/>
              </a:spcBef>
              <a:buNone/>
              <a:defRPr/>
            </a:pPr>
            <a:r>
              <a:rPr lang="en-US" sz="4000" b="1" dirty="0"/>
              <a:t>System Design</a:t>
            </a:r>
          </a:p>
        </p:txBody>
      </p:sp>
    </p:spTree>
    <p:extLst>
      <p:ext uri="{BB962C8B-B14F-4D97-AF65-F5344CB8AC3E}">
        <p14:creationId xmlns:p14="http://schemas.microsoft.com/office/powerpoint/2010/main" val="1909680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352" y="7142"/>
            <a:ext cx="7643446" cy="498872"/>
          </a:xfrm>
        </p:spPr>
        <p:txBody>
          <a:bodyPr/>
          <a:lstStyle/>
          <a:p>
            <a:pPr>
              <a:defRPr/>
            </a:pPr>
            <a:r>
              <a:rPr lang="en-US" sz="3400" dirty="0"/>
              <a:t>Use Case Diagram</a:t>
            </a:r>
          </a:p>
        </p:txBody>
      </p:sp>
      <p:sp>
        <p:nvSpPr>
          <p:cNvPr id="4" name="AutoShape 8" descr="https://img.plantuml.biz/plantuml/png/VLHDJ-Cm4Br7odyOzR2S0dTKLQ2KmqgBX5In7D6Gc7I4Fofx8gXM-z-napYfJU4IUTwyDpEPv-J6CLhkbImBALuPs82bRi_GaXKDaz5buTv87z2YWWCsRzY97H-bW90lYx9WOX_Lg0wzWzfexN6euD45q3-sX9qN1oesR2pik6-5vXZUobvfcgDMaGxSK1vrvqklijgxesEXLl2lB01w9vhGPVN7TAHNW0uUw-SXID9RTFiNWxQDb1b8Q7z9l4yJ-S733COUPqa4laYkxbhYg7kmvfMaYAefJ3IrKQhNn4UezyYH6Su9xLuetmsUK4guWWVZ64OeAiOe6yVxYH9kdIDlhawglvYiWMc5HHPXjomMRiJJ5GwldqoyhSlYVt3h8lGp3M6uCgui9e-XgZOdVcHeK4yx-nQPbF44wwfQxaXURx4qAxiaJgEVYorcPvdPqBJ936VqqTMKEs9dY8D1Nxbdu6ZzYLlf-mHJVkj6-Xxm2yI7zxVr7wqSBThJmMNRk5mM3jUmNjCetcpI9fVpL0DhB7oUDDtVb5OMD_uq_78-0G00"/>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04419" y="819701"/>
            <a:ext cx="4683311" cy="3974745"/>
          </a:xfrm>
          <a:prstGeom prst="rect">
            <a:avLst/>
          </a:prstGeom>
        </p:spPr>
      </p:pic>
    </p:spTree>
    <p:extLst>
      <p:ext uri="{BB962C8B-B14F-4D97-AF65-F5344CB8AC3E}">
        <p14:creationId xmlns:p14="http://schemas.microsoft.com/office/powerpoint/2010/main" val="2845953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352" y="7142"/>
            <a:ext cx="7643446" cy="498872"/>
          </a:xfrm>
        </p:spPr>
        <p:txBody>
          <a:bodyPr/>
          <a:lstStyle/>
          <a:p>
            <a:pPr>
              <a:defRPr/>
            </a:pPr>
            <a:r>
              <a:rPr lang="en-US" sz="3400" dirty="0"/>
              <a:t>Class Diagram</a:t>
            </a:r>
          </a:p>
        </p:txBody>
      </p:sp>
      <p:sp>
        <p:nvSpPr>
          <p:cNvPr id="4" name="AutoShape 8" descr="https://img.plantuml.biz/plantuml/png/VLHDJ-Cm4Br7odyOzR2S0dTKLQ2KmqgBX5In7D6Gc7I4Fofx8gXM-z-napYfJU4IUTwyDpEPv-J6CLhkbImBALuPs82bRi_GaXKDaz5buTv87z2YWWCsRzY97H-bW90lYx9WOX_Lg0wzWzfexN6euD45q3-sX9qN1oesR2pik6-5vXZUobvfcgDMaGxSK1vrvqklijgxesEXLl2lB01w9vhGPVN7TAHNW0uUw-SXID9RTFiNWxQDb1b8Q7z9l4yJ-S733COUPqa4laYkxbhYg7kmvfMaYAefJ3IrKQhNn4UezyYH6Su9xLuetmsUK4guWWVZ64OeAiOe6yVxYH9kdIDlhawglvYiWMc5HHPXjomMRiJJ5GwldqoyhSlYVt3h8lGp3M6uCgui9e-XgZOdVcHeK4yx-nQPbF44wwfQxaXURx4qAxiaJgEVYorcPvdPqBJ936VqqTMKEs9dY8D1Nxbdu6ZzYLlf-mHJVkj6-Xxm2yI7zxVr7wqSBThJmMNRk5mM3jUmNjCetcpI9fVpL0DhB7oUDDtVb5OMD_uq_78-0G00"/>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6" name="Picture 2" descr="C:\Users\hilar\AppData\Local\Microsoft\Windows\Clipboard\HistoryData\{309C0254-D954-4B31-9A62-5E8E3267DA46}\{CB3110CA-1EB1-49F2-8091-1A72BA03889E}\ResourceMap\{E6921732-9E17-43C3-A4EF-DE8619E332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6804" y="673769"/>
            <a:ext cx="6158542" cy="4228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8574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352" y="7142"/>
            <a:ext cx="7643446" cy="498872"/>
          </a:xfrm>
        </p:spPr>
        <p:txBody>
          <a:bodyPr/>
          <a:lstStyle/>
          <a:p>
            <a:pPr>
              <a:defRPr/>
            </a:pPr>
            <a:r>
              <a:rPr lang="en-US" sz="3400" dirty="0"/>
              <a:t>Data Flow Diagram (Level - 0)</a:t>
            </a:r>
          </a:p>
        </p:txBody>
      </p:sp>
      <p:pic>
        <p:nvPicPr>
          <p:cNvPr id="4" name="Picture 3"/>
          <p:cNvPicPr>
            <a:picLocks noChangeAspect="1"/>
          </p:cNvPicPr>
          <p:nvPr/>
        </p:nvPicPr>
        <p:blipFill>
          <a:blip r:embed="rId2"/>
          <a:stretch>
            <a:fillRect/>
          </a:stretch>
        </p:blipFill>
        <p:spPr>
          <a:xfrm>
            <a:off x="1515606" y="935239"/>
            <a:ext cx="7460937" cy="2787866"/>
          </a:xfrm>
          <a:prstGeom prst="rect">
            <a:avLst/>
          </a:prstGeom>
        </p:spPr>
      </p:pic>
    </p:spTree>
    <p:extLst>
      <p:ext uri="{BB962C8B-B14F-4D97-AF65-F5344CB8AC3E}">
        <p14:creationId xmlns:p14="http://schemas.microsoft.com/office/powerpoint/2010/main" val="998402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352" y="7142"/>
            <a:ext cx="7643446" cy="498872"/>
          </a:xfrm>
        </p:spPr>
        <p:txBody>
          <a:bodyPr/>
          <a:lstStyle/>
          <a:p>
            <a:pPr>
              <a:defRPr/>
            </a:pPr>
            <a:r>
              <a:rPr lang="en-US" sz="3400" dirty="0"/>
              <a:t>Data Flow Diagram (Level - 1)</a:t>
            </a:r>
          </a:p>
        </p:txBody>
      </p:sp>
      <p:pic>
        <p:nvPicPr>
          <p:cNvPr id="4" name="Picture 3">
            <a:extLst>
              <a:ext uri="{FF2B5EF4-FFF2-40B4-BE49-F238E27FC236}">
                <a16:creationId xmlns:a16="http://schemas.microsoft.com/office/drawing/2014/main" id="{1D0B6946-CA9D-5742-A280-92674D6D09E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1600" y="691200"/>
            <a:ext cx="7200000" cy="4027434"/>
          </a:xfrm>
          <a:prstGeom prst="rect">
            <a:avLst/>
          </a:prstGeom>
        </p:spPr>
      </p:pic>
    </p:spTree>
    <p:extLst>
      <p:ext uri="{BB962C8B-B14F-4D97-AF65-F5344CB8AC3E}">
        <p14:creationId xmlns:p14="http://schemas.microsoft.com/office/powerpoint/2010/main" val="29849764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352" y="7142"/>
            <a:ext cx="7643446" cy="498872"/>
          </a:xfrm>
        </p:spPr>
        <p:txBody>
          <a:bodyPr/>
          <a:lstStyle/>
          <a:p>
            <a:pPr>
              <a:defRPr/>
            </a:pPr>
            <a:r>
              <a:rPr lang="en-US" sz="3400" dirty="0"/>
              <a:t>Entity-Relationship (E-R) Diagram</a:t>
            </a:r>
          </a:p>
        </p:txBody>
      </p:sp>
      <p:sp>
        <p:nvSpPr>
          <p:cNvPr id="5" name="TextBox 4"/>
          <p:cNvSpPr txBox="1"/>
          <p:nvPr/>
        </p:nvSpPr>
        <p:spPr>
          <a:xfrm>
            <a:off x="3388659" y="3771900"/>
            <a:ext cx="100853" cy="153888"/>
          </a:xfrm>
          <a:prstGeom prst="rect">
            <a:avLst/>
          </a:prstGeom>
          <a:solidFill>
            <a:schemeClr val="bg1"/>
          </a:solidFill>
        </p:spPr>
        <p:txBody>
          <a:bodyPr wrap="square" rtlCol="0">
            <a:spAutoFit/>
          </a:bodyPr>
          <a:lstStyle/>
          <a:p>
            <a:endParaRPr lang="en-IN" sz="400" dirty="0"/>
          </a:p>
        </p:txBody>
      </p:sp>
      <p:pic>
        <p:nvPicPr>
          <p:cNvPr id="4" name="Picture 3">
            <a:extLst>
              <a:ext uri="{FF2B5EF4-FFF2-40B4-BE49-F238E27FC236}">
                <a16:creationId xmlns:a16="http://schemas.microsoft.com/office/drawing/2014/main" id="{7E0984B4-C09B-9482-707E-84F686FD11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107839"/>
            <a:ext cx="9144000" cy="2927821"/>
          </a:xfrm>
          <a:prstGeom prst="rect">
            <a:avLst/>
          </a:prstGeom>
        </p:spPr>
      </p:pic>
    </p:spTree>
    <p:extLst>
      <p:ext uri="{BB962C8B-B14F-4D97-AF65-F5344CB8AC3E}">
        <p14:creationId xmlns:p14="http://schemas.microsoft.com/office/powerpoint/2010/main" val="33246105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352" y="7142"/>
            <a:ext cx="7643446" cy="498872"/>
          </a:xfrm>
        </p:spPr>
        <p:txBody>
          <a:bodyPr/>
          <a:lstStyle/>
          <a:p>
            <a:pPr>
              <a:defRPr/>
            </a:pPr>
            <a:r>
              <a:rPr lang="en-US" sz="3400" dirty="0"/>
              <a:t>Component Diagram</a:t>
            </a:r>
          </a:p>
        </p:txBody>
      </p:sp>
      <p:sp>
        <p:nvSpPr>
          <p:cNvPr id="5" name="TextBox 4"/>
          <p:cNvSpPr txBox="1"/>
          <p:nvPr/>
        </p:nvSpPr>
        <p:spPr>
          <a:xfrm>
            <a:off x="3388659" y="3771900"/>
            <a:ext cx="100853" cy="153888"/>
          </a:xfrm>
          <a:prstGeom prst="rect">
            <a:avLst/>
          </a:prstGeom>
          <a:solidFill>
            <a:schemeClr val="bg1"/>
          </a:solidFill>
        </p:spPr>
        <p:txBody>
          <a:bodyPr wrap="square" rtlCol="0">
            <a:spAutoFit/>
          </a:bodyPr>
          <a:lstStyle/>
          <a:p>
            <a:endParaRPr lang="en-IN" sz="400" dirty="0"/>
          </a:p>
        </p:txBody>
      </p:sp>
      <p:pic>
        <p:nvPicPr>
          <p:cNvPr id="2052" name="Picture 4" descr="C:\Users\hilar\AppData\Local\Microsoft\Windows\Clipboard\HistoryData\{309C0254-D954-4B31-9A62-5E8E3267DA46}\{E8C29728-2C0E-442D-B8A5-817F550EAA25}\ResourceMap\{0D9356E0-CFD8-491A-9C10-4EAE8E503CF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131" y="677223"/>
            <a:ext cx="8802667" cy="40492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97922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5274" y="17159"/>
            <a:ext cx="7878726" cy="498872"/>
          </a:xfrm>
        </p:spPr>
        <p:txBody>
          <a:bodyPr/>
          <a:lstStyle/>
          <a:p>
            <a:r>
              <a:rPr lang="en-US" sz="3400" dirty="0"/>
              <a:t>Sequence Diagram</a:t>
            </a:r>
            <a:endParaRPr lang="en-IN" sz="3400" dirty="0"/>
          </a:p>
        </p:txBody>
      </p:sp>
      <p:pic>
        <p:nvPicPr>
          <p:cNvPr id="5" name="Picture 4">
            <a:extLst>
              <a:ext uri="{FF2B5EF4-FFF2-40B4-BE49-F238E27FC236}">
                <a16:creationId xmlns:a16="http://schemas.microsoft.com/office/drawing/2014/main" id="{AD70B8F3-D2A9-3861-643E-35E1556D5B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03483"/>
            <a:ext cx="9144000" cy="4353223"/>
          </a:xfrm>
          <a:prstGeom prst="rect">
            <a:avLst/>
          </a:prstGeom>
        </p:spPr>
      </p:pic>
    </p:spTree>
    <p:extLst>
      <p:ext uri="{BB962C8B-B14F-4D97-AF65-F5344CB8AC3E}">
        <p14:creationId xmlns:p14="http://schemas.microsoft.com/office/powerpoint/2010/main" val="14054266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9922" y="0"/>
            <a:ext cx="8209429" cy="498872"/>
          </a:xfrm>
        </p:spPr>
        <p:txBody>
          <a:bodyPr/>
          <a:lstStyle/>
          <a:p>
            <a:r>
              <a:rPr lang="en-US" sz="3400" dirty="0" err="1"/>
              <a:t>SequenceDiagram</a:t>
            </a:r>
            <a:r>
              <a:rPr lang="en-US" sz="3400" dirty="0"/>
              <a:t>(Chat via </a:t>
            </a:r>
            <a:r>
              <a:rPr lang="en-US" sz="3400" dirty="0" err="1"/>
              <a:t>WebSocket</a:t>
            </a:r>
            <a:r>
              <a:rPr lang="en-US" sz="3400" dirty="0"/>
              <a:t>)</a:t>
            </a:r>
            <a:endParaRPr lang="en-IN" sz="34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9348" y="638736"/>
            <a:ext cx="6450578" cy="4202206"/>
          </a:xfrm>
          <a:prstGeom prst="rect">
            <a:avLst/>
          </a:prstGeom>
        </p:spPr>
      </p:pic>
    </p:spTree>
    <p:extLst>
      <p:ext uri="{BB962C8B-B14F-4D97-AF65-F5344CB8AC3E}">
        <p14:creationId xmlns:p14="http://schemas.microsoft.com/office/powerpoint/2010/main" val="3856216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9100" y="1476094"/>
            <a:ext cx="8305800" cy="660400"/>
          </a:xfrm>
          <a:solidFill>
            <a:srgbClr val="FFFFCC"/>
          </a:solidFill>
          <a:ln>
            <a:solidFill>
              <a:schemeClr val="tx1">
                <a:lumMod val="50000"/>
                <a:lumOff val="50000"/>
              </a:schemeClr>
            </a:solidFill>
          </a:ln>
        </p:spPr>
        <p:txBody>
          <a:bodyPr/>
          <a:lstStyle/>
          <a:p>
            <a:pPr marL="0" indent="0" algn="ctr">
              <a:spcBef>
                <a:spcPts val="1200"/>
              </a:spcBef>
              <a:buNone/>
              <a:defRPr/>
            </a:pPr>
            <a:r>
              <a:rPr lang="en-US" sz="4000" b="1" dirty="0"/>
              <a:t>Screenshots</a:t>
            </a:r>
          </a:p>
        </p:txBody>
      </p:sp>
      <p:pic>
        <p:nvPicPr>
          <p:cNvPr id="4" name="Picture 3">
            <a:extLst>
              <a:ext uri="{FF2B5EF4-FFF2-40B4-BE49-F238E27FC236}">
                <a16:creationId xmlns:a16="http://schemas.microsoft.com/office/drawing/2014/main" id="{889CAE85-9D2E-768E-AFF5-B8E8FB64481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17089" y="2571750"/>
            <a:ext cx="1909822" cy="1909822"/>
          </a:xfrm>
          <a:prstGeom prst="rect">
            <a:avLst/>
          </a:prstGeom>
        </p:spPr>
      </p:pic>
    </p:spTree>
    <p:extLst>
      <p:ext uri="{BB962C8B-B14F-4D97-AF65-F5344CB8AC3E}">
        <p14:creationId xmlns:p14="http://schemas.microsoft.com/office/powerpoint/2010/main" val="1912498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352" y="7142"/>
            <a:ext cx="7643446" cy="498872"/>
          </a:xfrm>
        </p:spPr>
        <p:txBody>
          <a:bodyPr/>
          <a:lstStyle/>
          <a:p>
            <a:pPr>
              <a:defRPr/>
            </a:pPr>
            <a:r>
              <a:rPr lang="en-US" sz="3400" dirty="0"/>
              <a:t>Screenshot - 1: Dashboard</a:t>
            </a:r>
          </a:p>
        </p:txBody>
      </p:sp>
      <p:pic>
        <p:nvPicPr>
          <p:cNvPr id="3" name="Picture 2"/>
          <p:cNvPicPr>
            <a:picLocks noChangeAspect="1"/>
          </p:cNvPicPr>
          <p:nvPr/>
        </p:nvPicPr>
        <p:blipFill>
          <a:blip r:embed="rId2"/>
          <a:stretch>
            <a:fillRect/>
          </a:stretch>
        </p:blipFill>
        <p:spPr>
          <a:xfrm>
            <a:off x="1034034" y="671477"/>
            <a:ext cx="8033764" cy="4122533"/>
          </a:xfrm>
          <a:prstGeom prst="rect">
            <a:avLst/>
          </a:prstGeom>
        </p:spPr>
      </p:pic>
    </p:spTree>
    <p:extLst>
      <p:ext uri="{BB962C8B-B14F-4D97-AF65-F5344CB8AC3E}">
        <p14:creationId xmlns:p14="http://schemas.microsoft.com/office/powerpoint/2010/main" val="38686620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352" y="7142"/>
            <a:ext cx="7643446" cy="498872"/>
          </a:xfrm>
        </p:spPr>
        <p:txBody>
          <a:bodyPr/>
          <a:lstStyle/>
          <a:p>
            <a:pPr>
              <a:defRPr/>
            </a:pPr>
            <a:r>
              <a:rPr lang="en-US" sz="3400" dirty="0"/>
              <a:t>Screenshot - 2: Login</a:t>
            </a:r>
          </a:p>
        </p:txBody>
      </p:sp>
      <p:pic>
        <p:nvPicPr>
          <p:cNvPr id="4" name="Picture 3"/>
          <p:cNvPicPr>
            <a:picLocks noChangeAspect="1"/>
          </p:cNvPicPr>
          <p:nvPr/>
        </p:nvPicPr>
        <p:blipFill>
          <a:blip r:embed="rId2"/>
          <a:stretch>
            <a:fillRect/>
          </a:stretch>
        </p:blipFill>
        <p:spPr>
          <a:xfrm>
            <a:off x="2324183" y="878351"/>
            <a:ext cx="5843783" cy="3793653"/>
          </a:xfrm>
          <a:prstGeom prst="rect">
            <a:avLst/>
          </a:prstGeom>
        </p:spPr>
      </p:pic>
    </p:spTree>
    <p:extLst>
      <p:ext uri="{BB962C8B-B14F-4D97-AF65-F5344CB8AC3E}">
        <p14:creationId xmlns:p14="http://schemas.microsoft.com/office/powerpoint/2010/main" val="37433083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352" y="7142"/>
            <a:ext cx="7643446" cy="498872"/>
          </a:xfrm>
        </p:spPr>
        <p:txBody>
          <a:bodyPr/>
          <a:lstStyle/>
          <a:p>
            <a:pPr>
              <a:defRPr/>
            </a:pPr>
            <a:r>
              <a:rPr lang="en-US" sz="3400" dirty="0"/>
              <a:t>Screenshot - 3: Profile </a:t>
            </a:r>
          </a:p>
        </p:txBody>
      </p:sp>
      <p:pic>
        <p:nvPicPr>
          <p:cNvPr id="4" name="Picture 3"/>
          <p:cNvPicPr>
            <a:picLocks noChangeAspect="1"/>
          </p:cNvPicPr>
          <p:nvPr/>
        </p:nvPicPr>
        <p:blipFill>
          <a:blip r:embed="rId2"/>
          <a:stretch>
            <a:fillRect/>
          </a:stretch>
        </p:blipFill>
        <p:spPr>
          <a:xfrm>
            <a:off x="2365441" y="806824"/>
            <a:ext cx="5761268" cy="3811836"/>
          </a:xfrm>
          <a:prstGeom prst="rect">
            <a:avLst/>
          </a:prstGeom>
        </p:spPr>
      </p:pic>
    </p:spTree>
    <p:extLst>
      <p:ext uri="{BB962C8B-B14F-4D97-AF65-F5344CB8AC3E}">
        <p14:creationId xmlns:p14="http://schemas.microsoft.com/office/powerpoint/2010/main" val="59667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352" y="7142"/>
            <a:ext cx="7643446" cy="498872"/>
          </a:xfrm>
        </p:spPr>
        <p:txBody>
          <a:bodyPr/>
          <a:lstStyle/>
          <a:p>
            <a:pPr>
              <a:defRPr/>
            </a:pPr>
            <a:r>
              <a:rPr lang="en-US" sz="3400" dirty="0"/>
              <a:t>Screenshot – 4: Global Chat</a:t>
            </a:r>
          </a:p>
        </p:txBody>
      </p:sp>
      <p:pic>
        <p:nvPicPr>
          <p:cNvPr id="4" name="Picture 3"/>
          <p:cNvPicPr>
            <a:picLocks noChangeAspect="1"/>
          </p:cNvPicPr>
          <p:nvPr/>
        </p:nvPicPr>
        <p:blipFill>
          <a:blip r:embed="rId2"/>
          <a:stretch>
            <a:fillRect/>
          </a:stretch>
        </p:blipFill>
        <p:spPr>
          <a:xfrm>
            <a:off x="4282475" y="731875"/>
            <a:ext cx="1927199" cy="4055278"/>
          </a:xfrm>
          <a:prstGeom prst="rect">
            <a:avLst/>
          </a:prstGeom>
        </p:spPr>
      </p:pic>
    </p:spTree>
    <p:extLst>
      <p:ext uri="{BB962C8B-B14F-4D97-AF65-F5344CB8AC3E}">
        <p14:creationId xmlns:p14="http://schemas.microsoft.com/office/powerpoint/2010/main" val="680422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352" y="7142"/>
            <a:ext cx="7643446" cy="498872"/>
          </a:xfrm>
        </p:spPr>
        <p:txBody>
          <a:bodyPr/>
          <a:lstStyle/>
          <a:p>
            <a:pPr>
              <a:defRPr/>
            </a:pPr>
            <a:r>
              <a:rPr lang="en-US" sz="3400" dirty="0"/>
              <a:t>Screenshot – 5: Message</a:t>
            </a:r>
          </a:p>
        </p:txBody>
      </p:sp>
      <p:pic>
        <p:nvPicPr>
          <p:cNvPr id="4" name="Picture 3"/>
          <p:cNvPicPr>
            <a:picLocks noChangeAspect="1"/>
          </p:cNvPicPr>
          <p:nvPr/>
        </p:nvPicPr>
        <p:blipFill>
          <a:blip r:embed="rId2"/>
          <a:stretch>
            <a:fillRect/>
          </a:stretch>
        </p:blipFill>
        <p:spPr>
          <a:xfrm>
            <a:off x="2019790" y="685800"/>
            <a:ext cx="6452570" cy="4174066"/>
          </a:xfrm>
          <a:prstGeom prst="rect">
            <a:avLst/>
          </a:prstGeom>
        </p:spPr>
      </p:pic>
    </p:spTree>
    <p:extLst>
      <p:ext uri="{BB962C8B-B14F-4D97-AF65-F5344CB8AC3E}">
        <p14:creationId xmlns:p14="http://schemas.microsoft.com/office/powerpoint/2010/main" val="21416161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352" y="7142"/>
            <a:ext cx="7643446" cy="498872"/>
          </a:xfrm>
        </p:spPr>
        <p:txBody>
          <a:bodyPr/>
          <a:lstStyle/>
          <a:p>
            <a:pPr>
              <a:defRPr/>
            </a:pPr>
            <a:r>
              <a:rPr lang="en-US" sz="3400" dirty="0"/>
              <a:t>Screenshot – 6: Alumni Directory</a:t>
            </a:r>
          </a:p>
        </p:txBody>
      </p:sp>
      <p:pic>
        <p:nvPicPr>
          <p:cNvPr id="3" name="Picture 2"/>
          <p:cNvPicPr>
            <a:picLocks noChangeAspect="1"/>
          </p:cNvPicPr>
          <p:nvPr/>
        </p:nvPicPr>
        <p:blipFill>
          <a:blip r:embed="rId2"/>
          <a:stretch>
            <a:fillRect/>
          </a:stretch>
        </p:blipFill>
        <p:spPr>
          <a:xfrm>
            <a:off x="1951403" y="739589"/>
            <a:ext cx="6589344" cy="3782771"/>
          </a:xfrm>
          <a:prstGeom prst="rect">
            <a:avLst/>
          </a:prstGeom>
        </p:spPr>
      </p:pic>
    </p:spTree>
    <p:extLst>
      <p:ext uri="{BB962C8B-B14F-4D97-AF65-F5344CB8AC3E}">
        <p14:creationId xmlns:p14="http://schemas.microsoft.com/office/powerpoint/2010/main" val="33762924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352" y="7142"/>
            <a:ext cx="7643446" cy="498872"/>
          </a:xfrm>
        </p:spPr>
        <p:txBody>
          <a:bodyPr/>
          <a:lstStyle/>
          <a:p>
            <a:pPr>
              <a:defRPr/>
            </a:pPr>
            <a:r>
              <a:rPr lang="en-US" sz="3400" dirty="0"/>
              <a:t>Screenshot – 7: Alumni Profile</a:t>
            </a:r>
          </a:p>
        </p:txBody>
      </p:sp>
      <p:pic>
        <p:nvPicPr>
          <p:cNvPr id="3" name="Picture 2"/>
          <p:cNvPicPr>
            <a:picLocks noChangeAspect="1"/>
          </p:cNvPicPr>
          <p:nvPr/>
        </p:nvPicPr>
        <p:blipFill>
          <a:blip r:embed="rId2"/>
          <a:stretch>
            <a:fillRect/>
          </a:stretch>
        </p:blipFill>
        <p:spPr>
          <a:xfrm>
            <a:off x="1783498" y="667412"/>
            <a:ext cx="6829344" cy="4217947"/>
          </a:xfrm>
          <a:prstGeom prst="rect">
            <a:avLst/>
          </a:prstGeom>
        </p:spPr>
      </p:pic>
    </p:spTree>
    <p:extLst>
      <p:ext uri="{BB962C8B-B14F-4D97-AF65-F5344CB8AC3E}">
        <p14:creationId xmlns:p14="http://schemas.microsoft.com/office/powerpoint/2010/main" val="12514809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768C6-D98E-8B44-4C55-7A78B07D2A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F08763-F1B5-8911-9EEE-95654806D3DB}"/>
              </a:ext>
            </a:extLst>
          </p:cNvPr>
          <p:cNvSpPr>
            <a:spLocks noGrp="1"/>
          </p:cNvSpPr>
          <p:nvPr>
            <p:ph type="title"/>
          </p:nvPr>
        </p:nvSpPr>
        <p:spPr>
          <a:xfrm>
            <a:off x="1424352" y="7142"/>
            <a:ext cx="7643446" cy="498872"/>
          </a:xfrm>
        </p:spPr>
        <p:txBody>
          <a:bodyPr/>
          <a:lstStyle/>
          <a:p>
            <a:pPr>
              <a:defRPr/>
            </a:pPr>
            <a:r>
              <a:rPr lang="en-US" sz="3400" dirty="0"/>
              <a:t>Screenshot – 8: Events</a:t>
            </a:r>
          </a:p>
        </p:txBody>
      </p:sp>
      <p:pic>
        <p:nvPicPr>
          <p:cNvPr id="5" name="Picture 4">
            <a:extLst>
              <a:ext uri="{FF2B5EF4-FFF2-40B4-BE49-F238E27FC236}">
                <a16:creationId xmlns:a16="http://schemas.microsoft.com/office/drawing/2014/main" id="{8CEB7F3A-371C-A89F-782D-8C1F105AD0D9}"/>
              </a:ext>
            </a:extLst>
          </p:cNvPr>
          <p:cNvPicPr>
            <a:picLocks noChangeAspect="1"/>
          </p:cNvPicPr>
          <p:nvPr/>
        </p:nvPicPr>
        <p:blipFill>
          <a:blip r:embed="rId2"/>
          <a:stretch>
            <a:fillRect/>
          </a:stretch>
        </p:blipFill>
        <p:spPr>
          <a:xfrm>
            <a:off x="0" y="518043"/>
            <a:ext cx="9144000" cy="4107414"/>
          </a:xfrm>
          <a:prstGeom prst="rect">
            <a:avLst/>
          </a:prstGeom>
        </p:spPr>
      </p:pic>
      <p:pic>
        <p:nvPicPr>
          <p:cNvPr id="7" name="Picture 6">
            <a:extLst>
              <a:ext uri="{FF2B5EF4-FFF2-40B4-BE49-F238E27FC236}">
                <a16:creationId xmlns:a16="http://schemas.microsoft.com/office/drawing/2014/main" id="{595688AF-D78C-16D6-5AC0-B648F253A828}"/>
              </a:ext>
            </a:extLst>
          </p:cNvPr>
          <p:cNvPicPr>
            <a:picLocks noChangeAspect="1"/>
          </p:cNvPicPr>
          <p:nvPr/>
        </p:nvPicPr>
        <p:blipFill>
          <a:blip r:embed="rId3"/>
          <a:stretch>
            <a:fillRect/>
          </a:stretch>
        </p:blipFill>
        <p:spPr>
          <a:xfrm>
            <a:off x="1696211" y="1662096"/>
            <a:ext cx="3601507" cy="288623"/>
          </a:xfrm>
          <a:prstGeom prst="rect">
            <a:avLst/>
          </a:prstGeom>
        </p:spPr>
      </p:pic>
    </p:spTree>
    <p:extLst>
      <p:ext uri="{BB962C8B-B14F-4D97-AF65-F5344CB8AC3E}">
        <p14:creationId xmlns:p14="http://schemas.microsoft.com/office/powerpoint/2010/main" val="16841711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16C92-8902-25BC-C396-10ADFD71C9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E72266-48D4-3B5E-8A96-35AF7D3593ED}"/>
              </a:ext>
            </a:extLst>
          </p:cNvPr>
          <p:cNvSpPr>
            <a:spLocks noGrp="1"/>
          </p:cNvSpPr>
          <p:nvPr>
            <p:ph type="title"/>
          </p:nvPr>
        </p:nvSpPr>
        <p:spPr>
          <a:xfrm>
            <a:off x="1424352" y="7142"/>
            <a:ext cx="7643446" cy="498872"/>
          </a:xfrm>
        </p:spPr>
        <p:txBody>
          <a:bodyPr/>
          <a:lstStyle/>
          <a:p>
            <a:pPr>
              <a:defRPr/>
            </a:pPr>
            <a:r>
              <a:rPr lang="en-US" sz="3400" dirty="0"/>
              <a:t>Screenshot – 9: Jobs</a:t>
            </a:r>
          </a:p>
        </p:txBody>
      </p:sp>
      <p:pic>
        <p:nvPicPr>
          <p:cNvPr id="4" name="Picture 3">
            <a:extLst>
              <a:ext uri="{FF2B5EF4-FFF2-40B4-BE49-F238E27FC236}">
                <a16:creationId xmlns:a16="http://schemas.microsoft.com/office/drawing/2014/main" id="{54D3A3FC-E5E2-7B5A-9F3B-7BC7A0768299}"/>
              </a:ext>
            </a:extLst>
          </p:cNvPr>
          <p:cNvPicPr>
            <a:picLocks noChangeAspect="1"/>
          </p:cNvPicPr>
          <p:nvPr/>
        </p:nvPicPr>
        <p:blipFill>
          <a:blip r:embed="rId2"/>
          <a:stretch>
            <a:fillRect/>
          </a:stretch>
        </p:blipFill>
        <p:spPr>
          <a:xfrm>
            <a:off x="0" y="518528"/>
            <a:ext cx="9144000" cy="4106444"/>
          </a:xfrm>
          <a:prstGeom prst="rect">
            <a:avLst/>
          </a:prstGeom>
        </p:spPr>
      </p:pic>
      <p:pic>
        <p:nvPicPr>
          <p:cNvPr id="7" name="Picture 6">
            <a:extLst>
              <a:ext uri="{FF2B5EF4-FFF2-40B4-BE49-F238E27FC236}">
                <a16:creationId xmlns:a16="http://schemas.microsoft.com/office/drawing/2014/main" id="{5C92EDD1-BC3A-3519-2F79-52EDDFE97E0E}"/>
              </a:ext>
            </a:extLst>
          </p:cNvPr>
          <p:cNvPicPr>
            <a:picLocks noChangeAspect="1"/>
          </p:cNvPicPr>
          <p:nvPr/>
        </p:nvPicPr>
        <p:blipFill>
          <a:blip r:embed="rId3"/>
          <a:stretch>
            <a:fillRect/>
          </a:stretch>
        </p:blipFill>
        <p:spPr>
          <a:xfrm>
            <a:off x="1711451" y="1631616"/>
            <a:ext cx="2860549" cy="229243"/>
          </a:xfrm>
          <a:prstGeom prst="rect">
            <a:avLst/>
          </a:prstGeom>
        </p:spPr>
      </p:pic>
      <p:pic>
        <p:nvPicPr>
          <p:cNvPr id="9" name="Picture 8">
            <a:extLst>
              <a:ext uri="{FF2B5EF4-FFF2-40B4-BE49-F238E27FC236}">
                <a16:creationId xmlns:a16="http://schemas.microsoft.com/office/drawing/2014/main" id="{68278B39-9B9D-B675-30E5-4791285A14CB}"/>
              </a:ext>
            </a:extLst>
          </p:cNvPr>
          <p:cNvPicPr>
            <a:picLocks noChangeAspect="1"/>
          </p:cNvPicPr>
          <p:nvPr/>
        </p:nvPicPr>
        <p:blipFill>
          <a:blip r:embed="rId3"/>
          <a:stretch>
            <a:fillRect/>
          </a:stretch>
        </p:blipFill>
        <p:spPr>
          <a:xfrm>
            <a:off x="3753611" y="1604946"/>
            <a:ext cx="2734057" cy="219106"/>
          </a:xfrm>
          <a:prstGeom prst="rect">
            <a:avLst/>
          </a:prstGeom>
        </p:spPr>
      </p:pic>
    </p:spTree>
    <p:extLst>
      <p:ext uri="{BB962C8B-B14F-4D97-AF65-F5344CB8AC3E}">
        <p14:creationId xmlns:p14="http://schemas.microsoft.com/office/powerpoint/2010/main" val="7836709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352" y="7142"/>
            <a:ext cx="7643446" cy="498872"/>
          </a:xfrm>
        </p:spPr>
        <p:txBody>
          <a:bodyPr/>
          <a:lstStyle/>
          <a:p>
            <a:pPr>
              <a:defRPr/>
            </a:pPr>
            <a:r>
              <a:rPr lang="en-US" sz="3400" dirty="0"/>
              <a:t>Screenshot – 10: Memory Wall</a:t>
            </a:r>
          </a:p>
        </p:txBody>
      </p:sp>
      <p:pic>
        <p:nvPicPr>
          <p:cNvPr id="4" name="Picture 3"/>
          <p:cNvPicPr>
            <a:picLocks noChangeAspect="1"/>
          </p:cNvPicPr>
          <p:nvPr/>
        </p:nvPicPr>
        <p:blipFill>
          <a:blip r:embed="rId2"/>
          <a:stretch>
            <a:fillRect/>
          </a:stretch>
        </p:blipFill>
        <p:spPr>
          <a:xfrm>
            <a:off x="1006008" y="767928"/>
            <a:ext cx="8061790" cy="3972161"/>
          </a:xfrm>
          <a:prstGeom prst="rect">
            <a:avLst/>
          </a:prstGeom>
        </p:spPr>
      </p:pic>
    </p:spTree>
    <p:extLst>
      <p:ext uri="{BB962C8B-B14F-4D97-AF65-F5344CB8AC3E}">
        <p14:creationId xmlns:p14="http://schemas.microsoft.com/office/powerpoint/2010/main" val="33762924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DAB03-09FB-83B8-2F86-51BEA0B626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2DAA79-8009-3A6C-E3AF-2F887D18F4D9}"/>
              </a:ext>
            </a:extLst>
          </p:cNvPr>
          <p:cNvSpPr>
            <a:spLocks noGrp="1"/>
          </p:cNvSpPr>
          <p:nvPr>
            <p:ph type="title"/>
          </p:nvPr>
        </p:nvSpPr>
        <p:spPr>
          <a:xfrm>
            <a:off x="1424352" y="7142"/>
            <a:ext cx="7643446" cy="498872"/>
          </a:xfrm>
        </p:spPr>
        <p:txBody>
          <a:bodyPr/>
          <a:lstStyle/>
          <a:p>
            <a:pPr>
              <a:defRPr/>
            </a:pPr>
            <a:r>
              <a:rPr lang="en-US" sz="3400" dirty="0"/>
              <a:t>Screenshot – 11: Admin Dashboard</a:t>
            </a:r>
          </a:p>
        </p:txBody>
      </p:sp>
      <p:pic>
        <p:nvPicPr>
          <p:cNvPr id="5" name="Picture 4">
            <a:extLst>
              <a:ext uri="{FF2B5EF4-FFF2-40B4-BE49-F238E27FC236}">
                <a16:creationId xmlns:a16="http://schemas.microsoft.com/office/drawing/2014/main" id="{A738F059-FEC1-73ED-5FB4-C26CD7F52E97}"/>
              </a:ext>
            </a:extLst>
          </p:cNvPr>
          <p:cNvPicPr>
            <a:picLocks noChangeAspect="1"/>
          </p:cNvPicPr>
          <p:nvPr/>
        </p:nvPicPr>
        <p:blipFill>
          <a:blip r:embed="rId2"/>
          <a:stretch>
            <a:fillRect/>
          </a:stretch>
        </p:blipFill>
        <p:spPr>
          <a:xfrm>
            <a:off x="0" y="710165"/>
            <a:ext cx="9144000" cy="4140769"/>
          </a:xfrm>
          <a:prstGeom prst="rect">
            <a:avLst/>
          </a:prstGeom>
        </p:spPr>
      </p:pic>
      <p:pic>
        <p:nvPicPr>
          <p:cNvPr id="7" name="Picture 6">
            <a:extLst>
              <a:ext uri="{FF2B5EF4-FFF2-40B4-BE49-F238E27FC236}">
                <a16:creationId xmlns:a16="http://schemas.microsoft.com/office/drawing/2014/main" id="{CF8232D4-9D01-6C81-104D-C682EF7A3D24}"/>
              </a:ext>
            </a:extLst>
          </p:cNvPr>
          <p:cNvPicPr>
            <a:picLocks noChangeAspect="1"/>
          </p:cNvPicPr>
          <p:nvPr/>
        </p:nvPicPr>
        <p:blipFill>
          <a:blip r:embed="rId3"/>
          <a:stretch>
            <a:fillRect/>
          </a:stretch>
        </p:blipFill>
        <p:spPr>
          <a:xfrm>
            <a:off x="1726691" y="1898317"/>
            <a:ext cx="2734057" cy="219106"/>
          </a:xfrm>
          <a:prstGeom prst="rect">
            <a:avLst/>
          </a:prstGeom>
        </p:spPr>
      </p:pic>
      <p:pic>
        <p:nvPicPr>
          <p:cNvPr id="9" name="Picture 8">
            <a:extLst>
              <a:ext uri="{FF2B5EF4-FFF2-40B4-BE49-F238E27FC236}">
                <a16:creationId xmlns:a16="http://schemas.microsoft.com/office/drawing/2014/main" id="{437B4C7F-6D0D-D2B9-7492-FEFDE8B2A1F7}"/>
              </a:ext>
            </a:extLst>
          </p:cNvPr>
          <p:cNvPicPr>
            <a:picLocks noChangeAspect="1"/>
          </p:cNvPicPr>
          <p:nvPr/>
        </p:nvPicPr>
        <p:blipFill>
          <a:blip r:embed="rId3"/>
          <a:stretch>
            <a:fillRect/>
          </a:stretch>
        </p:blipFill>
        <p:spPr>
          <a:xfrm>
            <a:off x="3387851" y="1886887"/>
            <a:ext cx="2734057" cy="219106"/>
          </a:xfrm>
          <a:prstGeom prst="rect">
            <a:avLst/>
          </a:prstGeom>
        </p:spPr>
      </p:pic>
    </p:spTree>
    <p:extLst>
      <p:ext uri="{BB962C8B-B14F-4D97-AF65-F5344CB8AC3E}">
        <p14:creationId xmlns:p14="http://schemas.microsoft.com/office/powerpoint/2010/main" val="6654269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D3395-688A-3669-692B-ADC22F82FE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321365-68C3-66AA-FBD7-2906655AA2B9}"/>
              </a:ext>
            </a:extLst>
          </p:cNvPr>
          <p:cNvSpPr>
            <a:spLocks noGrp="1"/>
          </p:cNvSpPr>
          <p:nvPr>
            <p:ph type="title"/>
          </p:nvPr>
        </p:nvSpPr>
        <p:spPr>
          <a:xfrm>
            <a:off x="1424352" y="7142"/>
            <a:ext cx="7643446" cy="498872"/>
          </a:xfrm>
        </p:spPr>
        <p:txBody>
          <a:bodyPr/>
          <a:lstStyle/>
          <a:p>
            <a:pPr>
              <a:defRPr/>
            </a:pPr>
            <a:r>
              <a:rPr lang="en-US" sz="3400" dirty="0"/>
              <a:t>Screenshot – 12: Feedback</a:t>
            </a:r>
          </a:p>
        </p:txBody>
      </p:sp>
      <p:pic>
        <p:nvPicPr>
          <p:cNvPr id="5" name="Picture 4">
            <a:extLst>
              <a:ext uri="{FF2B5EF4-FFF2-40B4-BE49-F238E27FC236}">
                <a16:creationId xmlns:a16="http://schemas.microsoft.com/office/drawing/2014/main" id="{49660BD6-9F66-4604-C738-98A1928BD601}"/>
              </a:ext>
            </a:extLst>
          </p:cNvPr>
          <p:cNvPicPr>
            <a:picLocks noChangeAspect="1"/>
          </p:cNvPicPr>
          <p:nvPr/>
        </p:nvPicPr>
        <p:blipFill>
          <a:blip r:embed="rId2"/>
          <a:stretch>
            <a:fillRect/>
          </a:stretch>
        </p:blipFill>
        <p:spPr>
          <a:xfrm>
            <a:off x="0" y="760355"/>
            <a:ext cx="9144000" cy="4083589"/>
          </a:xfrm>
          <a:prstGeom prst="rect">
            <a:avLst/>
          </a:prstGeom>
        </p:spPr>
      </p:pic>
    </p:spTree>
    <p:extLst>
      <p:ext uri="{BB962C8B-B14F-4D97-AF65-F5344CB8AC3E}">
        <p14:creationId xmlns:p14="http://schemas.microsoft.com/office/powerpoint/2010/main" val="18167749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Testing of the Project</a:t>
            </a:r>
            <a:endParaRPr lang="en-IN" sz="3400" dirty="0"/>
          </a:p>
        </p:txBody>
      </p:sp>
      <p:sp>
        <p:nvSpPr>
          <p:cNvPr id="3" name="Content Placeholder 2"/>
          <p:cNvSpPr>
            <a:spLocks noGrp="1"/>
          </p:cNvSpPr>
          <p:nvPr>
            <p:ph idx="1"/>
          </p:nvPr>
        </p:nvSpPr>
        <p:spPr/>
        <p:txBody>
          <a:bodyPr/>
          <a:lstStyle/>
          <a:p>
            <a:pPr>
              <a:lnSpc>
                <a:spcPct val="125000"/>
              </a:lnSpc>
              <a:spcBef>
                <a:spcPts val="1200"/>
              </a:spcBef>
            </a:pPr>
            <a:r>
              <a:rPr lang="en-US" dirty="0"/>
              <a:t>Depending upon the Nature of Project, Design and Present the Test Cases</a:t>
            </a:r>
          </a:p>
        </p:txBody>
      </p:sp>
      <p:graphicFrame>
        <p:nvGraphicFramePr>
          <p:cNvPr id="5" name="Table 4"/>
          <p:cNvGraphicFramePr>
            <a:graphicFrameLocks noGrp="1"/>
          </p:cNvGraphicFramePr>
          <p:nvPr>
            <p:extLst>
              <p:ext uri="{D42A27DB-BD31-4B8C-83A1-F6EECF244321}">
                <p14:modId xmlns:p14="http://schemas.microsoft.com/office/powerpoint/2010/main" val="1441404815"/>
              </p:ext>
            </p:extLst>
          </p:nvPr>
        </p:nvGraphicFramePr>
        <p:xfrm>
          <a:off x="647699" y="1306466"/>
          <a:ext cx="7886702" cy="2873103"/>
        </p:xfrm>
        <a:graphic>
          <a:graphicData uri="http://schemas.openxmlformats.org/drawingml/2006/table">
            <a:tbl>
              <a:tblPr firstRow="1" firstCol="1" bandRow="1"/>
              <a:tblGrid>
                <a:gridCol w="482601">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665604">
                  <a:extLst>
                    <a:ext uri="{9D8B030D-6E8A-4147-A177-3AD203B41FA5}">
                      <a16:colId xmlns:a16="http://schemas.microsoft.com/office/drawing/2014/main" val="20002"/>
                    </a:ext>
                  </a:extLst>
                </a:gridCol>
                <a:gridCol w="1052196">
                  <a:extLst>
                    <a:ext uri="{9D8B030D-6E8A-4147-A177-3AD203B41FA5}">
                      <a16:colId xmlns:a16="http://schemas.microsoft.com/office/drawing/2014/main" val="20003"/>
                    </a:ext>
                  </a:extLst>
                </a:gridCol>
                <a:gridCol w="1270000">
                  <a:extLst>
                    <a:ext uri="{9D8B030D-6E8A-4147-A177-3AD203B41FA5}">
                      <a16:colId xmlns:a16="http://schemas.microsoft.com/office/drawing/2014/main" val="20004"/>
                    </a:ext>
                  </a:extLst>
                </a:gridCol>
                <a:gridCol w="792550">
                  <a:extLst>
                    <a:ext uri="{9D8B030D-6E8A-4147-A177-3AD203B41FA5}">
                      <a16:colId xmlns:a16="http://schemas.microsoft.com/office/drawing/2014/main" val="20005"/>
                    </a:ext>
                  </a:extLst>
                </a:gridCol>
                <a:gridCol w="794951">
                  <a:extLst>
                    <a:ext uri="{9D8B030D-6E8A-4147-A177-3AD203B41FA5}">
                      <a16:colId xmlns:a16="http://schemas.microsoft.com/office/drawing/2014/main" val="20006"/>
                    </a:ext>
                  </a:extLst>
                </a:gridCol>
              </a:tblGrid>
              <a:tr h="251539">
                <a:tc rowSpan="2">
                  <a:txBody>
                    <a:bodyPr/>
                    <a:lstStyle/>
                    <a:p>
                      <a:pPr marL="0" marR="0" algn="ctr">
                        <a:lnSpc>
                          <a:spcPct val="125000"/>
                        </a:lnSpc>
                        <a:spcBef>
                          <a:spcPts val="0"/>
                        </a:spcBef>
                        <a:spcAft>
                          <a:spcPts val="0"/>
                        </a:spcAft>
                      </a:pPr>
                      <a:r>
                        <a:rPr lang="en-IN" sz="1300" b="1" dirty="0">
                          <a:effectLst/>
                          <a:latin typeface="Calibri" pitchFamily="34" charset="0"/>
                          <a:ea typeface="Times New Roman"/>
                          <a:cs typeface="Calibri" pitchFamily="34" charset="0"/>
                        </a:rPr>
                        <a:t>Id</a:t>
                      </a:r>
                      <a:endParaRPr lang="en-IN" sz="1300" dirty="0">
                        <a:effectLst/>
                        <a:latin typeface="Calibri" pitchFamily="34" charset="0"/>
                        <a:ea typeface="Times New Roman"/>
                        <a:cs typeface="Calibri" pitchFamily="34" charset="0"/>
                      </a:endParaRPr>
                    </a:p>
                  </a:txBody>
                  <a:tcPr marL="40350" marR="40350" marT="2721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5">
                      <a:fgClr>
                        <a:srgbClr val="FFFFFF"/>
                      </a:fgClr>
                      <a:bgClr>
                        <a:srgbClr val="F2F2F2"/>
                      </a:bgClr>
                    </a:pattFill>
                  </a:tcPr>
                </a:tc>
                <a:tc rowSpan="2">
                  <a:txBody>
                    <a:bodyPr/>
                    <a:lstStyle/>
                    <a:p>
                      <a:pPr marL="50800" marR="0" algn="ctr">
                        <a:lnSpc>
                          <a:spcPct val="125000"/>
                        </a:lnSpc>
                        <a:spcBef>
                          <a:spcPts val="0"/>
                        </a:spcBef>
                        <a:spcAft>
                          <a:spcPts val="0"/>
                        </a:spcAft>
                      </a:pPr>
                      <a:r>
                        <a:rPr lang="en-IN" sz="1300" b="1" dirty="0">
                          <a:effectLst/>
                          <a:latin typeface="Calibri" pitchFamily="34" charset="0"/>
                          <a:ea typeface="Times New Roman"/>
                          <a:cs typeface="Calibri" pitchFamily="34" charset="0"/>
                        </a:rPr>
                        <a:t>Test Case</a:t>
                      </a:r>
                      <a:endParaRPr lang="en-IN" sz="1300" dirty="0">
                        <a:effectLst/>
                        <a:latin typeface="Calibri" pitchFamily="34" charset="0"/>
                        <a:ea typeface="Times New Roman"/>
                        <a:cs typeface="Calibri" pitchFamily="34" charset="0"/>
                      </a:endParaRPr>
                    </a:p>
                    <a:p>
                      <a:pPr marL="0" marR="0" algn="ctr">
                        <a:lnSpc>
                          <a:spcPct val="125000"/>
                        </a:lnSpc>
                        <a:spcBef>
                          <a:spcPts val="0"/>
                        </a:spcBef>
                        <a:spcAft>
                          <a:spcPts val="0"/>
                        </a:spcAft>
                      </a:pPr>
                      <a:r>
                        <a:rPr lang="en-IN" sz="1300" b="1" dirty="0">
                          <a:effectLst/>
                          <a:latin typeface="Calibri" pitchFamily="34" charset="0"/>
                          <a:ea typeface="Times New Roman"/>
                          <a:cs typeface="Calibri" pitchFamily="34" charset="0"/>
                        </a:rPr>
                        <a:t>Description</a:t>
                      </a:r>
                      <a:endParaRPr lang="en-IN" sz="1300" dirty="0">
                        <a:effectLst/>
                        <a:latin typeface="Calibri" pitchFamily="34" charset="0"/>
                        <a:ea typeface="Times New Roman"/>
                        <a:cs typeface="Calibri" pitchFamily="34" charset="0"/>
                      </a:endParaRPr>
                    </a:p>
                  </a:txBody>
                  <a:tcPr marL="40350" marR="40350" marT="2721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5">
                      <a:fgClr>
                        <a:srgbClr val="FFFFFF"/>
                      </a:fgClr>
                      <a:bgClr>
                        <a:srgbClr val="F2F2F2"/>
                      </a:bgClr>
                    </a:pattFill>
                  </a:tcPr>
                </a:tc>
                <a:tc rowSpan="2">
                  <a:txBody>
                    <a:bodyPr/>
                    <a:lstStyle/>
                    <a:p>
                      <a:pPr marL="50800" marR="0" algn="ctr">
                        <a:lnSpc>
                          <a:spcPct val="125000"/>
                        </a:lnSpc>
                        <a:spcBef>
                          <a:spcPts val="0"/>
                        </a:spcBef>
                        <a:spcAft>
                          <a:spcPts val="0"/>
                        </a:spcAft>
                      </a:pPr>
                      <a:r>
                        <a:rPr lang="en-IN" sz="1300" b="1" dirty="0">
                          <a:effectLst/>
                          <a:latin typeface="Calibri" pitchFamily="34" charset="0"/>
                          <a:ea typeface="Times New Roman"/>
                          <a:cs typeface="Calibri" pitchFamily="34" charset="0"/>
                        </a:rPr>
                        <a:t>Test Case</a:t>
                      </a:r>
                      <a:endParaRPr lang="en-IN" sz="1300" dirty="0">
                        <a:effectLst/>
                        <a:latin typeface="Calibri" pitchFamily="34" charset="0"/>
                        <a:ea typeface="Times New Roman"/>
                        <a:cs typeface="Calibri" pitchFamily="34" charset="0"/>
                      </a:endParaRPr>
                    </a:p>
                    <a:p>
                      <a:pPr marL="0" marR="0" algn="ctr">
                        <a:lnSpc>
                          <a:spcPct val="125000"/>
                        </a:lnSpc>
                        <a:spcBef>
                          <a:spcPts val="0"/>
                        </a:spcBef>
                        <a:spcAft>
                          <a:spcPts val="0"/>
                        </a:spcAft>
                      </a:pPr>
                      <a:r>
                        <a:rPr lang="en-IN" sz="1300" b="1" dirty="0">
                          <a:effectLst/>
                          <a:latin typeface="Calibri" pitchFamily="34" charset="0"/>
                          <a:ea typeface="Times New Roman"/>
                          <a:cs typeface="Calibri" pitchFamily="34" charset="0"/>
                        </a:rPr>
                        <a:t>Input</a:t>
                      </a:r>
                      <a:endParaRPr lang="en-IN" sz="1300" dirty="0">
                        <a:effectLst/>
                        <a:latin typeface="Calibri" pitchFamily="34" charset="0"/>
                        <a:ea typeface="Times New Roman"/>
                        <a:cs typeface="Calibri" pitchFamily="34" charset="0"/>
                      </a:endParaRPr>
                    </a:p>
                  </a:txBody>
                  <a:tcPr marL="40350" marR="40350" marT="2721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5">
                      <a:fgClr>
                        <a:srgbClr val="FFFFFF"/>
                      </a:fgClr>
                      <a:bgClr>
                        <a:srgbClr val="F2F2F2"/>
                      </a:bgClr>
                    </a:pattFill>
                  </a:tcPr>
                </a:tc>
                <a:tc gridSpan="2">
                  <a:txBody>
                    <a:bodyPr/>
                    <a:lstStyle/>
                    <a:p>
                      <a:pPr marL="0" marR="0" algn="ctr">
                        <a:lnSpc>
                          <a:spcPct val="125000"/>
                        </a:lnSpc>
                        <a:spcBef>
                          <a:spcPts val="0"/>
                        </a:spcBef>
                        <a:spcAft>
                          <a:spcPts val="0"/>
                        </a:spcAft>
                      </a:pPr>
                      <a:r>
                        <a:rPr lang="en-IN" sz="1300" b="1">
                          <a:effectLst/>
                          <a:latin typeface="Calibri" pitchFamily="34" charset="0"/>
                          <a:ea typeface="Times New Roman"/>
                          <a:cs typeface="Calibri" pitchFamily="34" charset="0"/>
                        </a:rPr>
                        <a:t>Test Results</a:t>
                      </a:r>
                      <a:endParaRPr lang="en-IN" sz="1300">
                        <a:effectLst/>
                        <a:latin typeface="Calibri" pitchFamily="34" charset="0"/>
                        <a:ea typeface="Times New Roman"/>
                        <a:cs typeface="Calibri" pitchFamily="34" charset="0"/>
                      </a:endParaRPr>
                    </a:p>
                  </a:txBody>
                  <a:tcPr marL="50672" marR="506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5">
                      <a:fgClr>
                        <a:srgbClr val="FFFFFF"/>
                      </a:fgClr>
                      <a:bgClr>
                        <a:srgbClr val="F2F2F2"/>
                      </a:bgClr>
                    </a:pattFill>
                  </a:tcPr>
                </a:tc>
                <a:tc hMerge="1">
                  <a:txBody>
                    <a:bodyPr/>
                    <a:lstStyle/>
                    <a:p>
                      <a:endParaRPr lang="en-IN"/>
                    </a:p>
                  </a:txBody>
                  <a:tcPr/>
                </a:tc>
                <a:tc rowSpan="2">
                  <a:txBody>
                    <a:bodyPr/>
                    <a:lstStyle/>
                    <a:p>
                      <a:pPr marL="0" marR="0" algn="ctr">
                        <a:lnSpc>
                          <a:spcPct val="125000"/>
                        </a:lnSpc>
                        <a:spcBef>
                          <a:spcPts val="0"/>
                        </a:spcBef>
                        <a:spcAft>
                          <a:spcPts val="0"/>
                        </a:spcAft>
                      </a:pPr>
                      <a:r>
                        <a:rPr lang="en-IN" sz="1300" b="1">
                          <a:effectLst/>
                          <a:latin typeface="Calibri" pitchFamily="34" charset="0"/>
                          <a:ea typeface="Times New Roman"/>
                          <a:cs typeface="Calibri" pitchFamily="34" charset="0"/>
                        </a:rPr>
                        <a:t>Status</a:t>
                      </a:r>
                      <a:endParaRPr lang="en-IN" sz="1300">
                        <a:effectLst/>
                        <a:latin typeface="Calibri" pitchFamily="34" charset="0"/>
                        <a:ea typeface="Times New Roman"/>
                        <a:cs typeface="Calibri" pitchFamily="34" charset="0"/>
                      </a:endParaRPr>
                    </a:p>
                  </a:txBody>
                  <a:tcPr marL="50672" marR="506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5">
                      <a:fgClr>
                        <a:srgbClr val="FFFFFF"/>
                      </a:fgClr>
                      <a:bgClr>
                        <a:srgbClr val="F2F2F2"/>
                      </a:bgClr>
                    </a:pattFill>
                  </a:tcPr>
                </a:tc>
                <a:tc rowSpan="2">
                  <a:txBody>
                    <a:bodyPr/>
                    <a:lstStyle/>
                    <a:p>
                      <a:pPr marL="0" marR="0" algn="ctr">
                        <a:lnSpc>
                          <a:spcPct val="125000"/>
                        </a:lnSpc>
                        <a:spcBef>
                          <a:spcPts val="0"/>
                        </a:spcBef>
                        <a:spcAft>
                          <a:spcPts val="0"/>
                        </a:spcAft>
                      </a:pPr>
                      <a:r>
                        <a:rPr lang="en-IN" sz="1300" b="1" dirty="0">
                          <a:effectLst/>
                          <a:latin typeface="Calibri" pitchFamily="34" charset="0"/>
                          <a:ea typeface="Times New Roman"/>
                          <a:cs typeface="Calibri" pitchFamily="34" charset="0"/>
                        </a:rPr>
                        <a:t>Corrective</a:t>
                      </a:r>
                      <a:endParaRPr lang="en-IN" sz="1300" dirty="0">
                        <a:effectLst/>
                        <a:latin typeface="Calibri" pitchFamily="34" charset="0"/>
                        <a:ea typeface="Times New Roman"/>
                        <a:cs typeface="Calibri" pitchFamily="34" charset="0"/>
                      </a:endParaRPr>
                    </a:p>
                    <a:p>
                      <a:pPr marL="0" marR="0" algn="ctr">
                        <a:lnSpc>
                          <a:spcPct val="125000"/>
                        </a:lnSpc>
                        <a:spcBef>
                          <a:spcPts val="0"/>
                        </a:spcBef>
                        <a:spcAft>
                          <a:spcPts val="0"/>
                        </a:spcAft>
                      </a:pPr>
                      <a:r>
                        <a:rPr lang="en-IN" sz="1300" b="1" dirty="0">
                          <a:effectLst/>
                          <a:latin typeface="Calibri" pitchFamily="34" charset="0"/>
                          <a:ea typeface="Times New Roman"/>
                          <a:cs typeface="Calibri" pitchFamily="34" charset="0"/>
                        </a:rPr>
                        <a:t>Measure</a:t>
                      </a:r>
                      <a:endParaRPr lang="en-IN" sz="1300" dirty="0">
                        <a:effectLst/>
                        <a:latin typeface="Calibri" pitchFamily="34" charset="0"/>
                        <a:ea typeface="Times New Roman"/>
                        <a:cs typeface="Calibri" pitchFamily="34" charset="0"/>
                      </a:endParaRPr>
                    </a:p>
                  </a:txBody>
                  <a:tcPr marL="40350" marR="40350" marT="2721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5">
                      <a:fgClr>
                        <a:srgbClr val="FFFFFF"/>
                      </a:fgClr>
                      <a:bgClr>
                        <a:srgbClr val="F2F2F2"/>
                      </a:bgClr>
                    </a:pattFill>
                  </a:tcPr>
                </a:tc>
                <a:extLst>
                  <a:ext uri="{0D108BD9-81ED-4DB2-BD59-A6C34878D82A}">
                    <a16:rowId xmlns:a16="http://schemas.microsoft.com/office/drawing/2014/main" val="10000"/>
                  </a:ext>
                </a:extLst>
              </a:tr>
              <a:tr h="251539">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marL="0" marR="0" algn="ctr">
                        <a:lnSpc>
                          <a:spcPct val="125000"/>
                        </a:lnSpc>
                        <a:spcBef>
                          <a:spcPts val="0"/>
                        </a:spcBef>
                        <a:spcAft>
                          <a:spcPts val="0"/>
                        </a:spcAft>
                      </a:pPr>
                      <a:r>
                        <a:rPr lang="en-IN" sz="1300" b="1" dirty="0">
                          <a:effectLst/>
                          <a:latin typeface="Calibri" pitchFamily="34" charset="0"/>
                          <a:ea typeface="Times New Roman"/>
                          <a:cs typeface="Calibri" pitchFamily="34" charset="0"/>
                        </a:rPr>
                        <a:t>Expected</a:t>
                      </a:r>
                      <a:endParaRPr lang="en-IN" sz="1300" dirty="0">
                        <a:effectLst/>
                        <a:latin typeface="Calibri" pitchFamily="34" charset="0"/>
                        <a:ea typeface="Times New Roman"/>
                        <a:cs typeface="Calibri" pitchFamily="34" charset="0"/>
                      </a:endParaRPr>
                    </a:p>
                  </a:txBody>
                  <a:tcPr marL="50672" marR="506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5">
                      <a:fgClr>
                        <a:srgbClr val="FFFFFF"/>
                      </a:fgClr>
                      <a:bgClr>
                        <a:srgbClr val="F2F2F2"/>
                      </a:bgClr>
                    </a:pattFill>
                  </a:tcPr>
                </a:tc>
                <a:tc>
                  <a:txBody>
                    <a:bodyPr/>
                    <a:lstStyle/>
                    <a:p>
                      <a:pPr marL="0" marR="0" algn="ctr">
                        <a:lnSpc>
                          <a:spcPct val="125000"/>
                        </a:lnSpc>
                        <a:spcBef>
                          <a:spcPts val="0"/>
                        </a:spcBef>
                        <a:spcAft>
                          <a:spcPts val="0"/>
                        </a:spcAft>
                      </a:pPr>
                      <a:r>
                        <a:rPr lang="en-IN" sz="1300" b="1" dirty="0">
                          <a:effectLst/>
                          <a:latin typeface="Calibri" pitchFamily="34" charset="0"/>
                          <a:ea typeface="Times New Roman"/>
                          <a:cs typeface="Calibri" pitchFamily="34" charset="0"/>
                        </a:rPr>
                        <a:t>Actual</a:t>
                      </a:r>
                      <a:endParaRPr lang="en-IN" sz="1300" dirty="0">
                        <a:effectLst/>
                        <a:latin typeface="Calibri" pitchFamily="34" charset="0"/>
                        <a:ea typeface="Times New Roman"/>
                        <a:cs typeface="Calibri" pitchFamily="34" charset="0"/>
                      </a:endParaRPr>
                    </a:p>
                  </a:txBody>
                  <a:tcPr marL="50672" marR="506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5">
                      <a:fgClr>
                        <a:srgbClr val="FFFFFF"/>
                      </a:fgClr>
                      <a:bgClr>
                        <a:srgbClr val="F2F2F2"/>
                      </a:bgClr>
                    </a:pattFill>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10001"/>
                  </a:ext>
                </a:extLst>
              </a:tr>
              <a:tr h="884868">
                <a:tc>
                  <a:txBody>
                    <a:bodyPr/>
                    <a:lstStyle/>
                    <a:p>
                      <a:pPr marL="0" marR="0" lvl="0" indent="0" algn="ctr">
                        <a:lnSpc>
                          <a:spcPct val="125000"/>
                        </a:lnSpc>
                        <a:spcBef>
                          <a:spcPts val="0"/>
                        </a:spcBef>
                        <a:spcAft>
                          <a:spcPts val="0"/>
                        </a:spcAft>
                        <a:buFont typeface="+mj-lt"/>
                        <a:buNone/>
                      </a:pPr>
                      <a:r>
                        <a:rPr lang="en-IN" sz="1300" b="1" dirty="0">
                          <a:effectLst/>
                          <a:latin typeface="Calibri" pitchFamily="34" charset="0"/>
                          <a:ea typeface="Times New Roman"/>
                          <a:cs typeface="Calibri" pitchFamily="34" charset="0"/>
                        </a:rPr>
                        <a:t>1 </a:t>
                      </a:r>
                      <a:endParaRPr lang="en-IN" sz="1300" dirty="0">
                        <a:effectLst/>
                        <a:latin typeface="Calibri" pitchFamily="34" charset="0"/>
                        <a:ea typeface="Times New Roman"/>
                        <a:cs typeface="Calibri" pitchFamily="34" charset="0"/>
                      </a:endParaRPr>
                    </a:p>
                  </a:txBody>
                  <a:tcPr marL="40350" marR="40350" marT="2721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25000"/>
                        </a:lnSpc>
                        <a:spcBef>
                          <a:spcPts val="0"/>
                        </a:spcBef>
                        <a:spcAft>
                          <a:spcPts val="0"/>
                        </a:spcAft>
                      </a:pPr>
                      <a:r>
                        <a:rPr lang="en-GB" sz="1300" dirty="0">
                          <a:effectLst/>
                          <a:latin typeface="Calibri" pitchFamily="34" charset="0"/>
                          <a:ea typeface="Times New Roman"/>
                          <a:cs typeface="Calibri" pitchFamily="34" charset="0"/>
                        </a:rPr>
                        <a:t>Alumni</a:t>
                      </a:r>
                      <a:r>
                        <a:rPr lang="en-GB" sz="1300" baseline="0" dirty="0">
                          <a:effectLst/>
                          <a:latin typeface="Calibri" pitchFamily="34" charset="0"/>
                          <a:ea typeface="Times New Roman"/>
                          <a:cs typeface="Calibri" pitchFamily="34" charset="0"/>
                        </a:rPr>
                        <a:t> can successfully upload there memories/pictures..</a:t>
                      </a:r>
                      <a:endParaRPr lang="en-IN" sz="1300" dirty="0">
                        <a:effectLst/>
                        <a:latin typeface="Calibri" pitchFamily="34" charset="0"/>
                        <a:ea typeface="Times New Roman"/>
                        <a:cs typeface="Calibri" pitchFamily="34" charset="0"/>
                      </a:endParaRPr>
                    </a:p>
                  </a:txBody>
                  <a:tcPr marL="40350" marR="40350" marT="2721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25000"/>
                        </a:lnSpc>
                        <a:spcBef>
                          <a:spcPts val="0"/>
                        </a:spcBef>
                        <a:spcAft>
                          <a:spcPts val="0"/>
                        </a:spcAft>
                      </a:pPr>
                      <a:r>
                        <a:rPr lang="en-GB" sz="1300" dirty="0">
                          <a:effectLst/>
                          <a:latin typeface="Calibri" pitchFamily="34" charset="0"/>
                          <a:ea typeface="Times New Roman"/>
                          <a:cs typeface="Calibri" pitchFamily="34" charset="0"/>
                        </a:rPr>
                        <a:t>Pictures.</a:t>
                      </a:r>
                      <a:endParaRPr lang="en-IN" sz="1300" dirty="0">
                        <a:effectLst/>
                        <a:latin typeface="Calibri" pitchFamily="34" charset="0"/>
                        <a:ea typeface="Times New Roman"/>
                        <a:cs typeface="Calibri" pitchFamily="34" charset="0"/>
                      </a:endParaRPr>
                    </a:p>
                  </a:txBody>
                  <a:tcPr marL="40350" marR="40350" marT="2721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25000"/>
                        </a:lnSpc>
                        <a:spcBef>
                          <a:spcPts val="0"/>
                        </a:spcBef>
                        <a:spcAft>
                          <a:spcPts val="0"/>
                        </a:spcAft>
                      </a:pPr>
                      <a:r>
                        <a:rPr lang="en-IN" sz="1300" dirty="0">
                          <a:effectLst/>
                          <a:latin typeface="Calibri" pitchFamily="34" charset="0"/>
                          <a:ea typeface="Times New Roman"/>
                          <a:cs typeface="Calibri" pitchFamily="34" charset="0"/>
                        </a:rPr>
                        <a:t>Memory wall created and displayed</a:t>
                      </a:r>
                    </a:p>
                  </a:txBody>
                  <a:tcPr marL="50672" marR="506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nSpc>
                          <a:spcPct val="125000"/>
                        </a:lnSpc>
                        <a:spcBef>
                          <a:spcPts val="0"/>
                        </a:spcBef>
                        <a:spcAft>
                          <a:spcPts val="0"/>
                        </a:spcAft>
                        <a:tabLst>
                          <a:tab pos="0" algn="l"/>
                        </a:tabLst>
                      </a:pPr>
                      <a:r>
                        <a:rPr lang="en-GB" sz="1300" dirty="0">
                          <a:effectLst/>
                          <a:latin typeface="Calibri" pitchFamily="34" charset="0"/>
                          <a:ea typeface="Times New Roman"/>
                          <a:cs typeface="Calibri" pitchFamily="34" charset="0"/>
                        </a:rPr>
                        <a:t>Pictures</a:t>
                      </a:r>
                      <a:r>
                        <a:rPr lang="en-GB" sz="1300" baseline="0" dirty="0">
                          <a:effectLst/>
                          <a:latin typeface="Calibri" pitchFamily="34" charset="0"/>
                          <a:ea typeface="Times New Roman"/>
                          <a:cs typeface="Calibri" pitchFamily="34" charset="0"/>
                        </a:rPr>
                        <a:t> were uploaded and Memory wall was created</a:t>
                      </a:r>
                      <a:endParaRPr lang="en-IN" sz="1300" dirty="0">
                        <a:effectLst/>
                        <a:latin typeface="Calibri" pitchFamily="34" charset="0"/>
                        <a:ea typeface="Times New Roman"/>
                        <a:cs typeface="Calibri" pitchFamily="34" charset="0"/>
                      </a:endParaRPr>
                    </a:p>
                  </a:txBody>
                  <a:tcPr marL="50672" marR="506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25000"/>
                        </a:lnSpc>
                        <a:spcBef>
                          <a:spcPts val="0"/>
                        </a:spcBef>
                        <a:spcAft>
                          <a:spcPts val="0"/>
                        </a:spcAft>
                      </a:pPr>
                      <a:r>
                        <a:rPr lang="en-IN" sz="1300" dirty="0">
                          <a:effectLst/>
                          <a:latin typeface="Calibri" pitchFamily="34" charset="0"/>
                          <a:ea typeface="Times New Roman"/>
                          <a:cs typeface="Calibri" pitchFamily="34" charset="0"/>
                        </a:rPr>
                        <a:t>Pass</a:t>
                      </a:r>
                    </a:p>
                  </a:txBody>
                  <a:tcPr marL="50672" marR="506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25000"/>
                        </a:lnSpc>
                        <a:spcBef>
                          <a:spcPts val="0"/>
                        </a:spcBef>
                        <a:spcAft>
                          <a:spcPts val="0"/>
                        </a:spcAft>
                      </a:pPr>
                      <a:r>
                        <a:rPr lang="en-IN" sz="1300" dirty="0">
                          <a:effectLst/>
                          <a:latin typeface="Calibri" pitchFamily="34" charset="0"/>
                          <a:ea typeface="Times New Roman"/>
                          <a:cs typeface="Calibri" pitchFamily="34" charset="0"/>
                        </a:rPr>
                        <a:t>None</a:t>
                      </a:r>
                    </a:p>
                  </a:txBody>
                  <a:tcPr marL="40350" marR="40350" marT="2721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72094">
                <a:tc>
                  <a:txBody>
                    <a:bodyPr/>
                    <a:lstStyle/>
                    <a:p>
                      <a:pPr marL="0" marR="0" lvl="0" indent="0" algn="ctr">
                        <a:lnSpc>
                          <a:spcPct val="125000"/>
                        </a:lnSpc>
                        <a:spcBef>
                          <a:spcPts val="0"/>
                        </a:spcBef>
                        <a:spcAft>
                          <a:spcPts val="0"/>
                        </a:spcAft>
                        <a:buFont typeface="+mj-lt"/>
                        <a:buNone/>
                      </a:pPr>
                      <a:r>
                        <a:rPr lang="en-US" sz="1300" b="1" dirty="0">
                          <a:effectLst/>
                          <a:latin typeface="Calibri" pitchFamily="34" charset="0"/>
                          <a:ea typeface="Times New Roman"/>
                          <a:cs typeface="Calibri" pitchFamily="34" charset="0"/>
                        </a:rPr>
                        <a:t>2</a:t>
                      </a:r>
                      <a:endParaRPr lang="en-IN" sz="1300" dirty="0">
                        <a:effectLst/>
                        <a:latin typeface="Calibri" pitchFamily="34" charset="0"/>
                        <a:ea typeface="Times New Roman"/>
                        <a:cs typeface="Calibri" pitchFamily="34" charset="0"/>
                      </a:endParaRPr>
                    </a:p>
                  </a:txBody>
                  <a:tcPr marL="40350" marR="40350" marT="2721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25000"/>
                        </a:lnSpc>
                        <a:spcBef>
                          <a:spcPts val="0"/>
                        </a:spcBef>
                        <a:spcAft>
                          <a:spcPts val="0"/>
                        </a:spcAft>
                      </a:pPr>
                      <a:r>
                        <a:rPr lang="en-GB" sz="1300" dirty="0">
                          <a:effectLst/>
                          <a:latin typeface="Calibri" pitchFamily="34" charset="0"/>
                          <a:ea typeface="Times New Roman"/>
                          <a:cs typeface="Calibri" pitchFamily="34" charset="0"/>
                        </a:rPr>
                        <a:t>Whether</a:t>
                      </a:r>
                      <a:r>
                        <a:rPr lang="en-GB" sz="1300" baseline="0" dirty="0">
                          <a:effectLst/>
                          <a:latin typeface="Calibri" pitchFamily="34" charset="0"/>
                          <a:ea typeface="Times New Roman"/>
                          <a:cs typeface="Calibri" pitchFamily="34" charset="0"/>
                        </a:rPr>
                        <a:t> the community Message works.</a:t>
                      </a:r>
                      <a:endParaRPr lang="en-IN" sz="1300" dirty="0">
                        <a:effectLst/>
                        <a:latin typeface="Calibri" pitchFamily="34" charset="0"/>
                        <a:ea typeface="Times New Roman"/>
                        <a:cs typeface="Calibri" pitchFamily="34" charset="0"/>
                      </a:endParaRPr>
                    </a:p>
                  </a:txBody>
                  <a:tcPr marL="40350" marR="40350" marT="2721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25000"/>
                        </a:lnSpc>
                        <a:spcBef>
                          <a:spcPts val="0"/>
                        </a:spcBef>
                        <a:spcAft>
                          <a:spcPts val="0"/>
                        </a:spcAft>
                      </a:pPr>
                      <a:r>
                        <a:rPr lang="en-GB" sz="1300" dirty="0">
                          <a:effectLst/>
                          <a:latin typeface="Calibri" pitchFamily="34" charset="0"/>
                          <a:ea typeface="Times New Roman"/>
                          <a:cs typeface="Calibri" pitchFamily="34" charset="0"/>
                        </a:rPr>
                        <a:t>Different</a:t>
                      </a:r>
                      <a:r>
                        <a:rPr lang="en-GB" sz="1300" baseline="0" dirty="0">
                          <a:effectLst/>
                          <a:latin typeface="Calibri" pitchFamily="34" charset="0"/>
                          <a:ea typeface="Times New Roman"/>
                          <a:cs typeface="Calibri" pitchFamily="34" charset="0"/>
                        </a:rPr>
                        <a:t> messages by Alumni and users.</a:t>
                      </a:r>
                      <a:endParaRPr lang="en-IN" sz="1300" dirty="0">
                        <a:effectLst/>
                        <a:latin typeface="Calibri" pitchFamily="34" charset="0"/>
                        <a:ea typeface="Times New Roman"/>
                        <a:cs typeface="Calibri" pitchFamily="34" charset="0"/>
                      </a:endParaRPr>
                    </a:p>
                  </a:txBody>
                  <a:tcPr marL="40350" marR="40350" marT="2721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25000"/>
                        </a:lnSpc>
                        <a:spcBef>
                          <a:spcPts val="0"/>
                        </a:spcBef>
                        <a:spcAft>
                          <a:spcPts val="0"/>
                        </a:spcAft>
                      </a:pPr>
                      <a:r>
                        <a:rPr lang="en-GB" sz="1300" dirty="0">
                          <a:effectLst/>
                          <a:latin typeface="Calibri" pitchFamily="34" charset="0"/>
                          <a:ea typeface="Times New Roman"/>
                          <a:cs typeface="Calibri" pitchFamily="34" charset="0"/>
                        </a:rPr>
                        <a:t>Transfer</a:t>
                      </a:r>
                      <a:r>
                        <a:rPr lang="en-GB" sz="1300" baseline="0" dirty="0">
                          <a:effectLst/>
                          <a:latin typeface="Calibri" pitchFamily="34" charset="0"/>
                          <a:ea typeface="Times New Roman"/>
                          <a:cs typeface="Calibri" pitchFamily="34" charset="0"/>
                        </a:rPr>
                        <a:t> of messages</a:t>
                      </a:r>
                      <a:endParaRPr lang="en-IN" sz="1300" dirty="0">
                        <a:effectLst/>
                        <a:latin typeface="Calibri" pitchFamily="34" charset="0"/>
                        <a:ea typeface="Times New Roman"/>
                        <a:cs typeface="Calibri" pitchFamily="34" charset="0"/>
                      </a:endParaRPr>
                    </a:p>
                  </a:txBody>
                  <a:tcPr marL="50672" marR="506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25000"/>
                        </a:lnSpc>
                        <a:spcBef>
                          <a:spcPts val="0"/>
                        </a:spcBef>
                        <a:spcAft>
                          <a:spcPts val="0"/>
                        </a:spcAft>
                      </a:pPr>
                      <a:r>
                        <a:rPr lang="en-IN" sz="1300" dirty="0">
                          <a:effectLst/>
                          <a:latin typeface="Calibri" pitchFamily="34" charset="0"/>
                          <a:ea typeface="Times New Roman"/>
                          <a:cs typeface="Calibri" pitchFamily="34" charset="0"/>
                        </a:rPr>
                        <a:t>Successfully</a:t>
                      </a:r>
                      <a:r>
                        <a:rPr lang="en-IN" sz="1300" baseline="0" dirty="0">
                          <a:effectLst/>
                          <a:latin typeface="Calibri" pitchFamily="34" charset="0"/>
                          <a:ea typeface="Times New Roman"/>
                          <a:cs typeface="Calibri" pitchFamily="34" charset="0"/>
                        </a:rPr>
                        <a:t> transfer of messages</a:t>
                      </a:r>
                      <a:endParaRPr lang="en-IN" sz="1300" dirty="0">
                        <a:effectLst/>
                        <a:latin typeface="Calibri" pitchFamily="34" charset="0"/>
                        <a:ea typeface="Times New Roman"/>
                        <a:cs typeface="Calibri" pitchFamily="34" charset="0"/>
                      </a:endParaRPr>
                    </a:p>
                  </a:txBody>
                  <a:tcPr marL="50672" marR="506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25000"/>
                        </a:lnSpc>
                        <a:spcBef>
                          <a:spcPts val="0"/>
                        </a:spcBef>
                        <a:spcAft>
                          <a:spcPts val="0"/>
                        </a:spcAft>
                      </a:pPr>
                      <a:r>
                        <a:rPr lang="en-IN" sz="1300">
                          <a:effectLst/>
                          <a:latin typeface="Calibri" pitchFamily="34" charset="0"/>
                          <a:ea typeface="Times New Roman"/>
                          <a:cs typeface="Calibri" pitchFamily="34" charset="0"/>
                        </a:rPr>
                        <a:t>Pass</a:t>
                      </a:r>
                    </a:p>
                  </a:txBody>
                  <a:tcPr marL="50672" marR="506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25000"/>
                        </a:lnSpc>
                        <a:spcBef>
                          <a:spcPts val="0"/>
                        </a:spcBef>
                        <a:spcAft>
                          <a:spcPts val="0"/>
                        </a:spcAft>
                      </a:pPr>
                      <a:r>
                        <a:rPr lang="en-IN" sz="1300" dirty="0">
                          <a:effectLst/>
                          <a:latin typeface="Calibri" pitchFamily="34" charset="0"/>
                          <a:ea typeface="Times New Roman"/>
                          <a:cs typeface="Calibri" pitchFamily="34" charset="0"/>
                        </a:rPr>
                        <a:t>None</a:t>
                      </a:r>
                    </a:p>
                  </a:txBody>
                  <a:tcPr marL="40350" marR="40350" marT="2721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72094">
                <a:tc>
                  <a:txBody>
                    <a:bodyPr/>
                    <a:lstStyle/>
                    <a:p>
                      <a:pPr marL="0" marR="0" lvl="0" indent="0" algn="ctr">
                        <a:lnSpc>
                          <a:spcPct val="125000"/>
                        </a:lnSpc>
                        <a:spcBef>
                          <a:spcPts val="0"/>
                        </a:spcBef>
                        <a:spcAft>
                          <a:spcPts val="0"/>
                        </a:spcAft>
                        <a:buFont typeface="+mj-lt"/>
                        <a:buNone/>
                      </a:pPr>
                      <a:r>
                        <a:rPr lang="en-IN" sz="1300" b="1" dirty="0">
                          <a:effectLst/>
                          <a:latin typeface="Calibri" pitchFamily="34" charset="0"/>
                          <a:ea typeface="Times New Roman"/>
                          <a:cs typeface="Calibri" pitchFamily="34" charset="0"/>
                        </a:rPr>
                        <a:t>3 </a:t>
                      </a:r>
                      <a:endParaRPr lang="en-IN" sz="1300" dirty="0">
                        <a:effectLst/>
                        <a:latin typeface="Calibri" pitchFamily="34" charset="0"/>
                        <a:ea typeface="Times New Roman"/>
                        <a:cs typeface="Calibri" pitchFamily="34" charset="0"/>
                      </a:endParaRPr>
                    </a:p>
                  </a:txBody>
                  <a:tcPr marL="40350" marR="40350" marT="2721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25000"/>
                        </a:lnSpc>
                        <a:spcBef>
                          <a:spcPts val="0"/>
                        </a:spcBef>
                        <a:spcAft>
                          <a:spcPts val="0"/>
                        </a:spcAft>
                      </a:pPr>
                      <a:r>
                        <a:rPr lang="en-GB" sz="1300" dirty="0">
                          <a:effectLst/>
                          <a:latin typeface="Calibri" pitchFamily="34" charset="0"/>
                          <a:ea typeface="Times New Roman"/>
                          <a:cs typeface="Calibri" pitchFamily="34" charset="0"/>
                        </a:rPr>
                        <a:t>Functioning</a:t>
                      </a:r>
                      <a:r>
                        <a:rPr lang="en-GB" sz="1300" baseline="0" dirty="0">
                          <a:effectLst/>
                          <a:latin typeface="Calibri" pitchFamily="34" charset="0"/>
                          <a:ea typeface="Times New Roman"/>
                          <a:cs typeface="Calibri" pitchFamily="34" charset="0"/>
                        </a:rPr>
                        <a:t> of Portal Login</a:t>
                      </a:r>
                      <a:endParaRPr lang="en-IN" sz="1300" dirty="0">
                        <a:effectLst/>
                        <a:latin typeface="Calibri" pitchFamily="34" charset="0"/>
                        <a:ea typeface="Times New Roman"/>
                        <a:cs typeface="Calibri" pitchFamily="34" charset="0"/>
                      </a:endParaRPr>
                    </a:p>
                  </a:txBody>
                  <a:tcPr marL="40350" marR="40350" marT="2721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25000"/>
                        </a:lnSpc>
                        <a:spcBef>
                          <a:spcPts val="0"/>
                        </a:spcBef>
                        <a:spcAft>
                          <a:spcPts val="0"/>
                        </a:spcAft>
                      </a:pPr>
                      <a:r>
                        <a:rPr lang="en-GB" sz="1300" dirty="0">
                          <a:effectLst/>
                          <a:latin typeface="Calibri" pitchFamily="34" charset="0"/>
                          <a:ea typeface="Times New Roman"/>
                          <a:cs typeface="Calibri" pitchFamily="34" charset="0"/>
                        </a:rPr>
                        <a:t>Login</a:t>
                      </a:r>
                    </a:p>
                    <a:p>
                      <a:pPr marL="0" marR="0">
                        <a:lnSpc>
                          <a:spcPct val="125000"/>
                        </a:lnSpc>
                        <a:spcBef>
                          <a:spcPts val="0"/>
                        </a:spcBef>
                        <a:spcAft>
                          <a:spcPts val="0"/>
                        </a:spcAft>
                      </a:pPr>
                      <a:r>
                        <a:rPr lang="en-GB" sz="1300" dirty="0">
                          <a:effectLst/>
                          <a:latin typeface="Calibri" pitchFamily="34" charset="0"/>
                          <a:ea typeface="Times New Roman"/>
                          <a:cs typeface="Calibri" pitchFamily="34" charset="0"/>
                        </a:rPr>
                        <a:t>Password</a:t>
                      </a:r>
                      <a:endParaRPr lang="en-IN" sz="1300" dirty="0">
                        <a:effectLst/>
                        <a:latin typeface="Calibri" pitchFamily="34" charset="0"/>
                        <a:ea typeface="Times New Roman"/>
                        <a:cs typeface="Calibri" pitchFamily="34" charset="0"/>
                      </a:endParaRPr>
                    </a:p>
                  </a:txBody>
                  <a:tcPr marL="40350" marR="40350" marT="2721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25000"/>
                        </a:lnSpc>
                        <a:spcBef>
                          <a:spcPts val="0"/>
                        </a:spcBef>
                        <a:spcAft>
                          <a:spcPts val="0"/>
                        </a:spcAft>
                      </a:pPr>
                      <a:r>
                        <a:rPr lang="en-GB" sz="1300" dirty="0">
                          <a:effectLst/>
                          <a:latin typeface="Calibri" pitchFamily="34" charset="0"/>
                          <a:ea typeface="Times New Roman"/>
                          <a:cs typeface="Calibri" pitchFamily="34" charset="0"/>
                        </a:rPr>
                        <a:t>Successful</a:t>
                      </a:r>
                      <a:r>
                        <a:rPr lang="en-GB" sz="1300" baseline="0" dirty="0">
                          <a:effectLst/>
                          <a:latin typeface="Calibri" pitchFamily="34" charset="0"/>
                          <a:ea typeface="Times New Roman"/>
                          <a:cs typeface="Calibri" pitchFamily="34" charset="0"/>
                        </a:rPr>
                        <a:t> Login</a:t>
                      </a:r>
                      <a:endParaRPr lang="en-IN" sz="1300" dirty="0">
                        <a:effectLst/>
                        <a:latin typeface="Calibri" pitchFamily="34" charset="0"/>
                        <a:ea typeface="Times New Roman"/>
                        <a:cs typeface="Calibri" pitchFamily="34" charset="0"/>
                      </a:endParaRPr>
                    </a:p>
                  </a:txBody>
                  <a:tcPr marL="50672" marR="506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25000"/>
                        </a:lnSpc>
                        <a:spcBef>
                          <a:spcPts val="0"/>
                        </a:spcBef>
                        <a:spcAft>
                          <a:spcPts val="0"/>
                        </a:spcAft>
                      </a:pPr>
                      <a:r>
                        <a:rPr lang="en-GB" sz="1300" dirty="0">
                          <a:effectLst/>
                          <a:latin typeface="Calibri" pitchFamily="34" charset="0"/>
                          <a:ea typeface="Times New Roman"/>
                          <a:cs typeface="Calibri" pitchFamily="34" charset="0"/>
                        </a:rPr>
                        <a:t>Successful</a:t>
                      </a:r>
                      <a:r>
                        <a:rPr lang="en-GB" sz="1300" baseline="0" dirty="0">
                          <a:effectLst/>
                          <a:latin typeface="Calibri" pitchFamily="34" charset="0"/>
                          <a:ea typeface="Times New Roman"/>
                          <a:cs typeface="Calibri" pitchFamily="34" charset="0"/>
                        </a:rPr>
                        <a:t> Login</a:t>
                      </a:r>
                      <a:endParaRPr lang="en-IN" sz="1300" dirty="0">
                        <a:effectLst/>
                        <a:latin typeface="Calibri" pitchFamily="34" charset="0"/>
                        <a:ea typeface="Times New Roman"/>
                        <a:cs typeface="Calibri" pitchFamily="34" charset="0"/>
                      </a:endParaRPr>
                    </a:p>
                  </a:txBody>
                  <a:tcPr marL="50672" marR="506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25000"/>
                        </a:lnSpc>
                        <a:spcBef>
                          <a:spcPts val="0"/>
                        </a:spcBef>
                        <a:spcAft>
                          <a:spcPts val="0"/>
                        </a:spcAft>
                      </a:pPr>
                      <a:r>
                        <a:rPr lang="en-IN" sz="1300">
                          <a:effectLst/>
                          <a:latin typeface="Calibri" pitchFamily="34" charset="0"/>
                          <a:ea typeface="Times New Roman"/>
                          <a:cs typeface="Calibri" pitchFamily="34" charset="0"/>
                        </a:rPr>
                        <a:t>Pass</a:t>
                      </a:r>
                    </a:p>
                  </a:txBody>
                  <a:tcPr marL="50672" marR="506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25000"/>
                        </a:lnSpc>
                        <a:spcBef>
                          <a:spcPts val="0"/>
                        </a:spcBef>
                        <a:spcAft>
                          <a:spcPts val="0"/>
                        </a:spcAft>
                      </a:pPr>
                      <a:r>
                        <a:rPr lang="en-IN" sz="1300" dirty="0">
                          <a:effectLst/>
                          <a:latin typeface="Calibri" pitchFamily="34" charset="0"/>
                          <a:ea typeface="Times New Roman"/>
                          <a:cs typeface="Calibri" pitchFamily="34" charset="0"/>
                        </a:rPr>
                        <a:t>None</a:t>
                      </a:r>
                    </a:p>
                  </a:txBody>
                  <a:tcPr marL="40350" marR="40350" marT="2721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335036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Conclusion</a:t>
            </a:r>
            <a:endParaRPr lang="en-IN" sz="3400" dirty="0"/>
          </a:p>
        </p:txBody>
      </p:sp>
      <p:sp>
        <p:nvSpPr>
          <p:cNvPr id="3" name="Content Placeholder 2"/>
          <p:cNvSpPr>
            <a:spLocks noGrp="1"/>
          </p:cNvSpPr>
          <p:nvPr>
            <p:ph idx="1"/>
          </p:nvPr>
        </p:nvSpPr>
        <p:spPr>
          <a:xfrm>
            <a:off x="249977" y="516030"/>
            <a:ext cx="8708781" cy="4371975"/>
          </a:xfrm>
        </p:spPr>
        <p:txBody>
          <a:bodyPr/>
          <a:lstStyle/>
          <a:p>
            <a:pPr>
              <a:lnSpc>
                <a:spcPct val="125000"/>
              </a:lnSpc>
              <a:spcBef>
                <a:spcPts val="1200"/>
              </a:spcBef>
            </a:pPr>
            <a:r>
              <a:rPr lang="en-US" dirty="0"/>
              <a:t>Campus connect, a Java based application that could bridge the gap between the current students and alumni through a user friendly digital platform.</a:t>
            </a:r>
          </a:p>
          <a:p>
            <a:pPr>
              <a:lnSpc>
                <a:spcPct val="125000"/>
              </a:lnSpc>
              <a:spcBef>
                <a:spcPts val="1200"/>
              </a:spcBef>
            </a:pPr>
            <a:r>
              <a:rPr lang="en-US" dirty="0"/>
              <a:t> Java Programming and JavaScript are used for System Development.</a:t>
            </a:r>
          </a:p>
          <a:p>
            <a:pPr>
              <a:lnSpc>
                <a:spcPct val="125000"/>
              </a:lnSpc>
              <a:spcBef>
                <a:spcPts val="1200"/>
              </a:spcBef>
            </a:pPr>
            <a:r>
              <a:rPr lang="en-US" dirty="0"/>
              <a:t>The developed application has following features:</a:t>
            </a:r>
            <a:endParaRPr lang="en-US" sz="1800" dirty="0">
              <a:solidFill>
                <a:srgbClr val="0000CC"/>
              </a:solidFill>
            </a:endParaRPr>
          </a:p>
          <a:p>
            <a:pPr lvl="1" algn="just">
              <a:lnSpc>
                <a:spcPct val="125000"/>
              </a:lnSpc>
              <a:spcBef>
                <a:spcPts val="600"/>
              </a:spcBef>
              <a:defRPr/>
            </a:pPr>
            <a:r>
              <a:rPr lang="en-US" sz="1800" dirty="0">
                <a:solidFill>
                  <a:srgbClr val="0000CC"/>
                </a:solidFill>
              </a:rPr>
              <a:t>Responsive user-friendly interfaces to interact with the system.</a:t>
            </a:r>
          </a:p>
          <a:p>
            <a:pPr lvl="1" algn="just">
              <a:lnSpc>
                <a:spcPct val="125000"/>
              </a:lnSpc>
              <a:spcBef>
                <a:spcPts val="600"/>
              </a:spcBef>
              <a:defRPr/>
            </a:pPr>
            <a:r>
              <a:rPr lang="en-US" sz="1800" dirty="0">
                <a:solidFill>
                  <a:srgbClr val="0000CC"/>
                </a:solidFill>
              </a:rPr>
              <a:t>Easy way of updating the current Profile credentials.</a:t>
            </a:r>
          </a:p>
          <a:p>
            <a:pPr lvl="1" algn="just">
              <a:lnSpc>
                <a:spcPct val="125000"/>
              </a:lnSpc>
              <a:spcBef>
                <a:spcPts val="600"/>
              </a:spcBef>
              <a:defRPr/>
            </a:pPr>
            <a:r>
              <a:rPr lang="en-US" sz="1800" dirty="0">
                <a:solidFill>
                  <a:srgbClr val="0000CC"/>
                </a:solidFill>
              </a:rPr>
              <a:t>A Jobs tab with information regarding exciting job opportunities. </a:t>
            </a:r>
          </a:p>
          <a:p>
            <a:pPr lvl="1" algn="just">
              <a:lnSpc>
                <a:spcPct val="125000"/>
              </a:lnSpc>
              <a:spcBef>
                <a:spcPts val="600"/>
              </a:spcBef>
              <a:defRPr/>
            </a:pPr>
            <a:r>
              <a:rPr lang="en-US" sz="1800" dirty="0">
                <a:solidFill>
                  <a:srgbClr val="0000CC"/>
                </a:solidFill>
              </a:rPr>
              <a:t>Memory Wall.</a:t>
            </a:r>
          </a:p>
          <a:p>
            <a:pPr lvl="1" algn="just">
              <a:lnSpc>
                <a:spcPct val="125000"/>
              </a:lnSpc>
              <a:spcBef>
                <a:spcPts val="600"/>
              </a:spcBef>
              <a:defRPr/>
            </a:pPr>
            <a:r>
              <a:rPr lang="en-US" sz="1800" dirty="0">
                <a:solidFill>
                  <a:srgbClr val="0000CC"/>
                </a:solidFill>
              </a:rPr>
              <a:t>Global chat  and option for one on one Chat.</a:t>
            </a:r>
          </a:p>
          <a:p>
            <a:pPr lvl="1" algn="just">
              <a:lnSpc>
                <a:spcPct val="125000"/>
              </a:lnSpc>
              <a:spcBef>
                <a:spcPts val="600"/>
              </a:spcBef>
              <a:defRPr/>
            </a:pPr>
            <a:r>
              <a:rPr lang="en-US" sz="1800" dirty="0">
                <a:solidFill>
                  <a:srgbClr val="0000CC"/>
                </a:solidFill>
              </a:rPr>
              <a:t>Events tab for informing the Alumni about upcoming events in college</a:t>
            </a:r>
          </a:p>
          <a:p>
            <a:pPr lvl="1" algn="just">
              <a:lnSpc>
                <a:spcPct val="125000"/>
              </a:lnSpc>
              <a:spcBef>
                <a:spcPts val="600"/>
              </a:spcBef>
              <a:defRPr/>
            </a:pPr>
            <a:endParaRPr lang="en-US" dirty="0"/>
          </a:p>
          <a:p>
            <a:pPr lvl="1" algn="just">
              <a:lnSpc>
                <a:spcPct val="125000"/>
              </a:lnSpc>
              <a:spcBef>
                <a:spcPts val="600"/>
              </a:spcBef>
              <a:defRPr/>
            </a:pPr>
            <a:endParaRPr lang="en-US" sz="2200" dirty="0"/>
          </a:p>
          <a:p>
            <a:pPr lvl="1">
              <a:lnSpc>
                <a:spcPct val="125000"/>
              </a:lnSpc>
              <a:spcBef>
                <a:spcPts val="1200"/>
              </a:spcBef>
            </a:pPr>
            <a:endParaRPr lang="en-US" dirty="0"/>
          </a:p>
          <a:p>
            <a:pPr lvl="1">
              <a:lnSpc>
                <a:spcPct val="125000"/>
              </a:lnSpc>
              <a:spcBef>
                <a:spcPts val="1200"/>
              </a:spcBef>
            </a:pPr>
            <a:endParaRPr lang="en-US" dirty="0"/>
          </a:p>
        </p:txBody>
      </p:sp>
    </p:spTree>
    <p:extLst>
      <p:ext uri="{BB962C8B-B14F-4D97-AF65-F5344CB8AC3E}">
        <p14:creationId xmlns:p14="http://schemas.microsoft.com/office/powerpoint/2010/main" val="41674374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Future Scope</a:t>
            </a:r>
            <a:endParaRPr lang="en-IN" sz="3400" dirty="0"/>
          </a:p>
        </p:txBody>
      </p:sp>
      <p:sp>
        <p:nvSpPr>
          <p:cNvPr id="3" name="Content Placeholder 2"/>
          <p:cNvSpPr>
            <a:spLocks noGrp="1"/>
          </p:cNvSpPr>
          <p:nvPr>
            <p:ph idx="1"/>
          </p:nvPr>
        </p:nvSpPr>
        <p:spPr/>
        <p:txBody>
          <a:bodyPr/>
          <a:lstStyle/>
          <a:p>
            <a:pPr>
              <a:lnSpc>
                <a:spcPct val="125000"/>
              </a:lnSpc>
              <a:spcBef>
                <a:spcPts val="1200"/>
              </a:spcBef>
            </a:pPr>
            <a:r>
              <a:rPr lang="en-US" dirty="0"/>
              <a:t>Digital portfolio system.</a:t>
            </a:r>
          </a:p>
          <a:p>
            <a:pPr>
              <a:lnSpc>
                <a:spcPct val="125000"/>
              </a:lnSpc>
              <a:spcBef>
                <a:spcPts val="1200"/>
              </a:spcBef>
            </a:pPr>
            <a:r>
              <a:rPr lang="en-US" dirty="0"/>
              <a:t>Attendance tracker and Time-Table for students.</a:t>
            </a:r>
          </a:p>
          <a:p>
            <a:pPr>
              <a:lnSpc>
                <a:spcPct val="125000"/>
              </a:lnSpc>
              <a:spcBef>
                <a:spcPts val="1200"/>
              </a:spcBef>
            </a:pPr>
            <a:r>
              <a:rPr lang="en-US" dirty="0"/>
              <a:t>Dedicated pages for societies like IEEE where Heads can post updates, recruit members and host private chats.</a:t>
            </a:r>
          </a:p>
          <a:p>
            <a:pPr>
              <a:lnSpc>
                <a:spcPct val="125000"/>
              </a:lnSpc>
              <a:spcBef>
                <a:spcPts val="1200"/>
              </a:spcBef>
            </a:pPr>
            <a:r>
              <a:rPr lang="en-US" dirty="0"/>
              <a:t>A Resource Hub where students can access notes, previous year question papers and other educational resources for free.</a:t>
            </a:r>
          </a:p>
        </p:txBody>
      </p:sp>
    </p:spTree>
    <p:extLst>
      <p:ext uri="{BB962C8B-B14F-4D97-AF65-F5344CB8AC3E}">
        <p14:creationId xmlns:p14="http://schemas.microsoft.com/office/powerpoint/2010/main" val="2498540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Bibliography</a:t>
            </a:r>
            <a:endParaRPr lang="en-IN" sz="3400" dirty="0"/>
          </a:p>
        </p:txBody>
      </p:sp>
      <p:sp>
        <p:nvSpPr>
          <p:cNvPr id="3" name="Content Placeholder 2"/>
          <p:cNvSpPr>
            <a:spLocks noGrp="1"/>
          </p:cNvSpPr>
          <p:nvPr>
            <p:ph idx="1"/>
          </p:nvPr>
        </p:nvSpPr>
        <p:spPr/>
        <p:txBody>
          <a:bodyPr/>
          <a:lstStyle/>
          <a:p>
            <a:pPr>
              <a:lnSpc>
                <a:spcPct val="125000"/>
              </a:lnSpc>
              <a:spcBef>
                <a:spcPts val="1200"/>
              </a:spcBef>
            </a:pPr>
            <a:r>
              <a:rPr lang="en-US" b="1" dirty="0">
                <a:solidFill>
                  <a:srgbClr val="0000CC"/>
                </a:solidFill>
              </a:rPr>
              <a:t>Books:</a:t>
            </a:r>
          </a:p>
          <a:p>
            <a:pPr lvl="1" algn="just">
              <a:lnSpc>
                <a:spcPct val="125000"/>
              </a:lnSpc>
              <a:spcBef>
                <a:spcPts val="1200"/>
              </a:spcBef>
            </a:pPr>
            <a:r>
              <a:rPr lang="en-US" sz="1800" dirty="0"/>
              <a:t>Herbert </a:t>
            </a:r>
            <a:r>
              <a:rPr lang="en-US" sz="1800" dirty="0" err="1"/>
              <a:t>Schildt</a:t>
            </a:r>
            <a:r>
              <a:rPr lang="en-US" sz="1800" dirty="0"/>
              <a:t>, “Java: The complete reference”.</a:t>
            </a:r>
          </a:p>
          <a:p>
            <a:pPr lvl="1" algn="just">
              <a:lnSpc>
                <a:spcPct val="125000"/>
              </a:lnSpc>
              <a:spcBef>
                <a:spcPts val="1200"/>
              </a:spcBef>
            </a:pPr>
            <a:r>
              <a:rPr lang="en-IN" dirty="0">
                <a:hlinkClick r:id="rId2"/>
              </a:rPr>
              <a:t>Eloquent JavaScript</a:t>
            </a:r>
            <a:r>
              <a:rPr lang="en-IN" sz="1800" dirty="0"/>
              <a:t> by </a:t>
            </a:r>
            <a:r>
              <a:rPr lang="en-IN" sz="1800" dirty="0" err="1"/>
              <a:t>Marijn</a:t>
            </a:r>
            <a:r>
              <a:rPr lang="en-IN" sz="1800" dirty="0"/>
              <a:t> </a:t>
            </a:r>
            <a:r>
              <a:rPr lang="en-IN" sz="1800" dirty="0" err="1"/>
              <a:t>Haverbeke</a:t>
            </a:r>
            <a:endParaRPr lang="en-US" sz="1800" dirty="0">
              <a:solidFill>
                <a:srgbClr val="FF0000"/>
              </a:solidFill>
            </a:endParaRPr>
          </a:p>
          <a:p>
            <a:pPr>
              <a:lnSpc>
                <a:spcPct val="125000"/>
              </a:lnSpc>
              <a:spcBef>
                <a:spcPts val="1200"/>
              </a:spcBef>
            </a:pPr>
            <a:r>
              <a:rPr lang="en-US" b="1" dirty="0">
                <a:solidFill>
                  <a:srgbClr val="0000CC"/>
                </a:solidFill>
              </a:rPr>
              <a:t>Websites:</a:t>
            </a:r>
          </a:p>
          <a:p>
            <a:pPr lvl="1" algn="just">
              <a:lnSpc>
                <a:spcPct val="125000"/>
              </a:lnSpc>
              <a:spcBef>
                <a:spcPts val="1200"/>
              </a:spcBef>
            </a:pPr>
            <a:r>
              <a:rPr lang="en-US" sz="1800" dirty="0">
                <a:hlinkClick r:id="rId3"/>
              </a:rPr>
              <a:t>https://bvicam.in/UploadDocuments/CourseMaterial/MCA%20109%2UNIT%20I.pdf</a:t>
            </a:r>
            <a:endParaRPr lang="en-US" sz="1800" dirty="0"/>
          </a:p>
          <a:p>
            <a:pPr lvl="1" algn="just">
              <a:lnSpc>
                <a:spcPct val="125000"/>
              </a:lnSpc>
              <a:spcBef>
                <a:spcPts val="1200"/>
              </a:spcBef>
            </a:pPr>
            <a:r>
              <a:rPr lang="en-US" sz="1800" dirty="0">
                <a:hlinkClick r:id="rId4"/>
              </a:rPr>
              <a:t>https://learn.oracle.com/ols/learning-path/oracle-java-foundations/88323/79726</a:t>
            </a:r>
            <a:endParaRPr lang="en-US" sz="1800" dirty="0"/>
          </a:p>
          <a:p>
            <a:pPr lvl="1" algn="just">
              <a:lnSpc>
                <a:spcPct val="125000"/>
              </a:lnSpc>
              <a:spcBef>
                <a:spcPts val="1200"/>
              </a:spcBef>
            </a:pPr>
            <a:r>
              <a:rPr lang="en-US" sz="1800" dirty="0">
                <a:solidFill>
                  <a:srgbClr val="0000CC"/>
                </a:solidFill>
              </a:rPr>
              <a:t>https://docs.staruml.io/</a:t>
            </a:r>
          </a:p>
          <a:p>
            <a:pPr lvl="1" algn="just">
              <a:lnSpc>
                <a:spcPct val="125000"/>
              </a:lnSpc>
              <a:spcBef>
                <a:spcPts val="1200"/>
              </a:spcBef>
            </a:pPr>
            <a:endParaRPr lang="en-US" sz="1800" dirty="0">
              <a:solidFill>
                <a:srgbClr val="FF0000"/>
              </a:solidFill>
            </a:endParaRPr>
          </a:p>
          <a:p>
            <a:pPr>
              <a:lnSpc>
                <a:spcPct val="125000"/>
              </a:lnSpc>
              <a:spcBef>
                <a:spcPts val="1200"/>
              </a:spcBef>
            </a:pPr>
            <a:endParaRPr lang="en-US" dirty="0"/>
          </a:p>
        </p:txBody>
      </p:sp>
    </p:spTree>
    <p:extLst>
      <p:ext uri="{BB962C8B-B14F-4D97-AF65-F5344CB8AC3E}">
        <p14:creationId xmlns:p14="http://schemas.microsoft.com/office/powerpoint/2010/main" val="1876996123"/>
      </p:ext>
    </p:extLst>
  </p:cSld>
  <p:clrMapOvr>
    <a:masterClrMapping/>
  </p:clrMapOvr>
</p:sld>
</file>

<file path=ppt/theme/theme1.xml><?xml version="1.0" encoding="utf-8"?>
<a:theme xmlns:a="http://schemas.openxmlformats.org/drawingml/2006/main" name="Presentation_MC_HR_141004">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resentation_MC_HR_141004">
      <a:majorFont>
        <a:latin typeface="Times New Roman"/>
        <a:ea typeface=""/>
        <a:cs typeface=""/>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Presentation_MC_HR_141004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Presentation_MC_HR_141004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resentation_MC_HR_141004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resentation_MC_HR_141004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resentation_MC_HR_141004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resentation_MC_HR_141004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Presentation_MC_HR_141004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15783</TotalTime>
  <Words>819</Words>
  <Application>Microsoft Office PowerPoint</Application>
  <PresentationFormat>On-screen Show (16:9)</PresentationFormat>
  <Paragraphs>137</Paragraphs>
  <Slides>32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Times New Roman</vt:lpstr>
      <vt:lpstr>Wingdings</vt:lpstr>
      <vt:lpstr>Presentation_MC_HR_141004</vt:lpstr>
      <vt:lpstr>MINOR PROJECT - II ON CAMPUS CONNECT (MCA – II SEMESTER; BATCH 2025-27)  </vt:lpstr>
      <vt:lpstr>Contents</vt:lpstr>
      <vt:lpstr>Problem Description</vt:lpstr>
      <vt:lpstr>Aim and Objectives</vt:lpstr>
      <vt:lpstr>Methodology and Technology Used</vt:lpstr>
      <vt:lpstr>Project Modules</vt:lpstr>
      <vt:lpstr>PowerPoint Presentation</vt:lpstr>
      <vt:lpstr>Use Case Diagram</vt:lpstr>
      <vt:lpstr>Class Diagram</vt:lpstr>
      <vt:lpstr>Data Flow Diagram (Level - 0)</vt:lpstr>
      <vt:lpstr>Data Flow Diagram (Level - 1)</vt:lpstr>
      <vt:lpstr>Entity-Relationship (E-R) Diagram</vt:lpstr>
      <vt:lpstr>Component Diagram</vt:lpstr>
      <vt:lpstr>Sequence Diagram</vt:lpstr>
      <vt:lpstr>SequenceDiagram(Chat via WebSocket)</vt:lpstr>
      <vt:lpstr>PowerPoint Presentation</vt:lpstr>
      <vt:lpstr>Screenshot - 1: Dashboard</vt:lpstr>
      <vt:lpstr>Screenshot - 2: Login</vt:lpstr>
      <vt:lpstr>Screenshot - 3: Profile </vt:lpstr>
      <vt:lpstr>Screenshot – 4: Global Chat</vt:lpstr>
      <vt:lpstr>Screenshot – 5: Message</vt:lpstr>
      <vt:lpstr>Screenshot – 6: Alumni Directory</vt:lpstr>
      <vt:lpstr>Screenshot – 7: Alumni Profile</vt:lpstr>
      <vt:lpstr>Screenshot – 8: Events</vt:lpstr>
      <vt:lpstr>Screenshot – 9: Jobs</vt:lpstr>
      <vt:lpstr>Screenshot – 10: Memory Wall</vt:lpstr>
      <vt:lpstr>Screenshot – 11: Admin Dashboard</vt:lpstr>
      <vt:lpstr>Screenshot – 12: Feedback</vt:lpstr>
      <vt:lpstr>Testing of the Project</vt:lpstr>
      <vt:lpstr>Conclusion</vt:lpstr>
      <vt:lpstr>Future Scope</vt:lpstr>
      <vt:lpstr>Bibliography</vt:lpstr>
    </vt:vector>
  </TitlesOfParts>
  <Company>Capital 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Extreme Programming</dc:title>
  <dc:creator>Dr. Sunil Pratap Singh</dc:creator>
  <cp:lastModifiedBy>Piyush Goel</cp:lastModifiedBy>
  <cp:revision>2364</cp:revision>
  <cp:lastPrinted>2018-05-30T05:31:50Z</cp:lastPrinted>
  <dcterms:created xsi:type="dcterms:W3CDTF">2000-01-06T15:07:49Z</dcterms:created>
  <dcterms:modified xsi:type="dcterms:W3CDTF">2026-05-14T17:25:17Z</dcterms:modified>
</cp:coreProperties>
</file>